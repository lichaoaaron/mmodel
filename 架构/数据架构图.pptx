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0" r:id="rId3"/>
    <p:sldId id="261" r:id="rId5"/>
    <p:sldId id="263" r:id="rId6"/>
    <p:sldId id="264" r:id="rId7"/>
    <p:sldId id="265" r:id="rId8"/>
    <p:sldId id="266" r:id="rId9"/>
    <p:sldId id="267" r:id="rId10"/>
    <p:sldId id="268" r:id="rId11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林炳" initials="G" lastIdx="1" clrIdx="0"/>
  <p:cmAuthor id="307" name="未知用户93" initials="" lastIdx="1" clrIdx="0"/>
  <p:cmAuthor id="1" name="YAN Chenrui" initials="YC" lastIdx="0" clrIdx="0"/>
  <p:cmAuthor id="308" name="未知用户90" initials="" lastIdx="5" clrIdx="1"/>
  <p:cmAuthor id="2" name="洪文静" initials="hongwj" lastIdx="2" clrIdx="1"/>
  <p:cmAuthor id="309" name="未知用户91" initials="" lastIdx="0" clrIdx="1"/>
  <p:cmAuthor id="3" name="冀文" initials="冀" lastIdx="1" clrIdx="2"/>
  <p:cmAuthor id="310" name="未知用户92" initials="" lastIdx="1" clrIdx="0"/>
  <p:cmAuthor id="4" name="Wang Michael" initials="W" lastIdx="1" clrIdx="3"/>
  <p:cmAuthor id="311" name="未知用户74" initials="" lastIdx="5" clrIdx="1"/>
  <p:cmAuthor id="5" name="王璐璐（IT）" initials="lu" lastIdx="10" clrIdx="4"/>
  <p:cmAuthor id="312" name="未知用户75" initials="" lastIdx="8" clrIdx="0"/>
  <p:cmAuthor id="6" name="未知用户1" initials="未知用户1" lastIdx="22" clrIdx="5"/>
  <p:cmAuthor id="313" name="未知用户76" initials="" lastIdx="1" clrIdx="0"/>
  <p:cmAuthor id="7" name="PJ Landwehrle" initials="P" lastIdx="10" clrIdx="3"/>
  <p:cmAuthor id="314" name="未知用户77" initials="" lastIdx="8" clrIdx="0"/>
  <p:cmAuthor id="8" name="刘珊珊" initials="刘" lastIdx="6" clrIdx="7"/>
  <p:cmAuthor id="315" name="未知用户78" initials="" lastIdx="8" clrIdx="0"/>
  <p:cmAuthor id="9" name="李玉莹" initials="李" lastIdx="1" clrIdx="8"/>
  <p:cmAuthor id="316" name="未知用户79" initials="" lastIdx="1" clrIdx="0"/>
  <p:cmAuthor id="10" name="李梦瑶" initials="李" lastIdx="49" clrIdx="9"/>
  <p:cmAuthor id="317" name="未知用户80" initials="" lastIdx="1" clrIdx="0"/>
  <p:cmAuthor id="11" name="朱磊" initials="朱" lastIdx="2" clrIdx="10"/>
  <p:cmAuthor id="318" name="Harry xu" initials="" lastIdx="1" clrIdx="0"/>
  <p:cmAuthor id="12" name="chenlin02" initials="c" lastIdx="2" clrIdx="10"/>
  <p:cmAuthor id="319" name="未知用户27" initials="未" lastIdx="1" clrIdx="0"/>
  <p:cmAuthor id="13" name="李岩（IT）" initials="李" lastIdx="2" clrIdx="13"/>
  <p:cmAuthor id="14" name="13686" initials="1" lastIdx="1" clrIdx="14"/>
  <p:cmAuthor id="321" name="未知用户111" initials="未" lastIdx="1" clrIdx="1"/>
  <p:cmAuthor id="15" name="周辉" initials="周" lastIdx="1" clrIdx="15"/>
  <p:cmAuthor id="17" name="sunyufang" initials="s" lastIdx="1" clrIdx="21"/>
  <p:cmAuthor id="18" name="fangyouxuan" initials="f" lastIdx="5" clrIdx="17"/>
  <p:cmAuthor id="19" name="fangy" initials="f" lastIdx="3" clrIdx="18"/>
  <p:cmAuthor id="20" name="作者" initials="A" lastIdx="0" clrIdx="20"/>
  <p:cmAuthor id="21" name="10066351" initials="1" lastIdx="2" clrIdx="0"/>
  <p:cmAuthor id="22" name="cai wei" initials="cw" lastIdx="1" clrIdx="22"/>
  <p:cmAuthor id="23" name="13994221026@139.com" initials="1" lastIdx="1" clrIdx="23"/>
  <p:cmAuthor id="24" name="王昕瞳" initials="王" lastIdx="13" clrIdx="23"/>
  <p:cmAuthor id="25" name="徐亮" initials="XL" lastIdx="1" clrIdx="24"/>
  <p:cmAuthor id="26" name="Lee" initials="L" lastIdx="2" clrIdx="25"/>
  <p:cmAuthor id="27" name="王丽（IT）" initials="王" lastIdx="2" clrIdx="26"/>
  <p:cmAuthor id="28" name="zzy" initials="zzy" lastIdx="1" clrIdx="27"/>
  <p:cmAuthor id="29" name="张馨玲" initials="张" lastIdx="1" clrIdx="28"/>
  <p:cmAuthor id="30" name="10056791" initials="ZTE" lastIdx="1" clrIdx="29"/>
  <p:cmAuthor id="31" name="Author" initials="A" lastIdx="0" clrIdx="30"/>
  <p:cmAuthor id="287643681" name="殷格非" initials="殷" lastIdx="2" clrIdx="0"/>
  <p:cmAuthor id="32" name="Qlstc" initials="Q" lastIdx="1" clrIdx="31"/>
  <p:cmAuthor id="287643682" name="z r" initials="zr" lastIdx="5" clrIdx="12"/>
  <p:cmAuthor id="33" name="泾伦" initials="泾伦" lastIdx="1" clrIdx="32"/>
  <p:cmAuthor id="287643683" name="石晓利" initials="C" lastIdx="1" clrIdx="13"/>
  <p:cmAuthor id="34" name="Y Y" initials="YY" lastIdx="2" clrIdx="33"/>
  <p:cmAuthor id="287643684" name="ma yanru" initials="my" lastIdx="1" clrIdx="25"/>
  <p:cmAuthor id="35" name="Caixiaojin" initials="C" lastIdx="1" clrIdx="34"/>
  <p:cmAuthor id="36" name="Microsoft 帐户" initials="M帐" lastIdx="6" clrIdx="36"/>
  <p:cmAuthor id="37" name="weilanping" initials="w" lastIdx="2" clrIdx="36"/>
  <p:cmAuthor id="38" name="10045953" initials="1" lastIdx="1" clrIdx="32"/>
  <p:cmAuthor id="39" name="Administrator" initials="A" lastIdx="1" clrIdx="35"/>
  <p:cmAuthor id="40" name="10133177" initials="1" lastIdx="1" clrIdx="39"/>
  <p:cmAuthor id="41" name="孙忆雯|sunyiwen" initials="孙忆雯" lastIdx="1" clrIdx="40"/>
  <p:cmAuthor id="42" name="黄珂10009187" initials="黄" lastIdx="1" clrIdx="37"/>
  <p:cmAuthor id="43" name="赵欣" initials="赵" lastIdx="4" clrIdx="37"/>
  <p:cmAuthor id="44" name="黄晓平" initials="黄" lastIdx="0" clrIdx="0"/>
  <p:cmAuthor id="45" name="未知用户35" initials="未" lastIdx="1" clrIdx="38"/>
  <p:cmAuthor id="46" name="hm" initials="h" lastIdx="10" clrIdx="41"/>
  <p:cmAuthor id="47" name="clj" initials="c" lastIdx="1" clrIdx="46"/>
  <p:cmAuthor id="48" name="尹瑶瑶" initials="尹" lastIdx="1" clrIdx="47"/>
  <p:cmAuthor id="49" name="未知用户51" initials="" lastIdx="1" clrIdx="1"/>
  <p:cmAuthor id="50" name="未知的使用者82" initials="" lastIdx="1" clrIdx="0"/>
  <p:cmAuthor id="51" name="cmsz" initials="c" lastIdx="2" clrIdx="50"/>
  <p:cmAuthor id="191251535" name="沈霄雷" initials="沈" lastIdx="833089" clrIdx="0"/>
  <p:cmAuthor id="52" name="wangyiming" initials="w" lastIdx="1" clrIdx="51"/>
  <p:cmAuthor id="53" name="宋代强" initials="宋" lastIdx="2" clrIdx="52"/>
  <p:cmAuthor id="54" name="qixiaoyu" initials="q" lastIdx="1" clrIdx="53"/>
  <p:cmAuthor id="55" name="点点" initials="点" lastIdx="1" clrIdx="54"/>
  <p:cmAuthor id="56" name="Cmit" initials="C" lastIdx="1" clrIdx="55"/>
  <p:cmAuthor id="57" name="未知的使用者40" initials="" lastIdx="1" clrIdx="0"/>
  <p:cmAuthor id="58" name="未知的使用者87" initials="" lastIdx="1" clrIdx="0"/>
  <p:cmAuthor id="59" name="曾红" initials="" lastIdx="0" clrIdx="0"/>
  <p:cmAuthor id="60" name="未知的使用者90" initials="" lastIdx="8" clrIdx="0"/>
  <p:cmAuthor id="61" name="未知的使用者29" initials="" lastIdx="1" clrIdx="0"/>
  <p:cmAuthor id="62" name="未知的使用者91" initials="" lastIdx="1" clrIdx="0"/>
  <p:cmAuthor id="63" name="未知的使用者98" initials="" lastIdx="1" clrIdx="0"/>
  <p:cmAuthor id="64" name="CHRISYU" initials="" lastIdx="1" clrIdx="0"/>
  <p:cmAuthor id="65" name="未知的使用者113" initials="" lastIdx="1" clrIdx="2"/>
  <p:cmAuthor id="66" name="liucunri" initials="" lastIdx="1" clrIdx="0"/>
  <p:cmAuthor id="67" name="未知用户9" initials="" lastIdx="1" clrIdx="0"/>
  <p:cmAuthor id="68" name="Unknown User48" initials="" lastIdx="8" clrIdx="0"/>
  <p:cmAuthor id="69" name="未知用户103" initials="" lastIdx="1" clrIdx="0"/>
  <p:cmAuthor id="70" name="Unknown User52" initials="" lastIdx="1" clrIdx="0"/>
  <p:cmAuthor id="71" name="未知的使用者42" initials="" lastIdx="1" clrIdx="0"/>
  <p:cmAuthor id="72" name="Unknown User50" initials="" lastIdx="1" clrIdx="0"/>
  <p:cmAuthor id="73" name="未知的使用者120" initials="" lastIdx="1" clrIdx="0"/>
  <p:cmAuthor id="74" name="px" initials="" lastIdx="3" clrIdx="1"/>
  <p:cmAuthor id="75" name="Sky123.Org" initials="" lastIdx="1" clrIdx="0"/>
  <p:cmAuthor id="76" name="丁芙蓉" initials="丁" lastIdx="4" clrIdx="1"/>
  <p:cmAuthor id="77" name="elfinhsu" initials="" lastIdx="1" clrIdx="0"/>
  <p:cmAuthor id="78" name="何 静" initials="何" lastIdx="1" clrIdx="4"/>
  <p:cmAuthor id="79" name="微软用户" initials="" lastIdx="1" clrIdx="0"/>
  <p:cmAuthor id="80" name="未知的使用者73" initials="" lastIdx="1" clrIdx="0"/>
  <p:cmAuthor id="81" name="未知的使用者24" initials="" lastIdx="8" clrIdx="0"/>
  <p:cmAuthor id="82" name="未知用户16" initials="" lastIdx="1" clrIdx="0"/>
  <p:cmAuthor id="83" name="Mary Feil-Jacobs" initials="" lastIdx="43" clrIdx="1"/>
  <p:cmAuthor id="84" name="LiuHui" initials="" lastIdx="1" clrIdx="0"/>
  <p:cmAuthor id="85" name="未知的使用者45" initials="" lastIdx="1" clrIdx="0"/>
  <p:cmAuthor id="86" name="王鹏凯" initials="" lastIdx="1" clrIdx="0"/>
  <p:cmAuthor id="87" name="未知用户104" initials="" lastIdx="1" clrIdx="0"/>
  <p:cmAuthor id="88" name="未知用户5" initials="" lastIdx="1" clrIdx="0"/>
  <p:cmAuthor id="89" name="未知的使用者10" initials="" lastIdx="3" clrIdx="1"/>
  <p:cmAuthor id="90" name="未知的使用者93" initials="" lastIdx="1" clrIdx="1"/>
  <p:cmAuthor id="91" name="范作霖" initials="范" lastIdx="1" clrIdx="22"/>
  <p:cmAuthor id="92" name="LeeElva" initials="" lastIdx="1" clrIdx="0"/>
  <p:cmAuthor id="93" name="未知用户99" initials="" lastIdx="1" clrIdx="2"/>
  <p:cmAuthor id="94" name="未知的使用者34" initials="" lastIdx="1" clrIdx="0"/>
  <p:cmAuthor id="95" name="未知的使用者115" initials="" lastIdx="1" clrIdx="1"/>
  <p:cmAuthor id="96" name="未知用户57" initials="" lastIdx="1" clrIdx="0"/>
  <p:cmAuthor id="97" name="lianghb" initials="" lastIdx="19" clrIdx="0"/>
  <p:cmAuthor id="98" name="未知用户17" initials="" lastIdx="0" clrIdx="1"/>
  <p:cmAuthor id="99" name="Deanna Schuler (Bookey Consulting)" initials="" lastIdx="2" clrIdx="0"/>
  <p:cmAuthor id="100" name="未知的使用者57" initials="" lastIdx="1" clrIdx="0"/>
  <p:cmAuthor id="101" name="未知的使用者16" initials="" lastIdx="6" clrIdx="0"/>
  <p:cmAuthor id="102" name="未知的使用者35" initials="" lastIdx="1" clrIdx="0"/>
  <p:cmAuthor id="103" name="未知用户102" initials="" lastIdx="1" clrIdx="1"/>
  <p:cmAuthor id="104" name="maxine" initials="" lastIdx="0" clrIdx="0"/>
  <p:cmAuthor id="105" name="未知的使用者121" initials="" lastIdx="1" clrIdx="1"/>
  <p:cmAuthor id="106" name="未知的使用者12" initials="" lastIdx="1" clrIdx="0"/>
  <p:cmAuthor id="107" name="周元元" initials="" lastIdx="5" clrIdx="0"/>
  <p:cmAuthor id="108" name="未知的使用者27" initials="" lastIdx="8" clrIdx="0"/>
  <p:cmAuthor id="109" name="刘豹" initials="刘" lastIdx="0" clrIdx="0"/>
  <p:cmAuthor id="110" name="未知的使用者30" initials="" lastIdx="8" clrIdx="0"/>
  <p:cmAuthor id="111" name="未知的使用者53" initials="" lastIdx="1" clrIdx="0"/>
  <p:cmAuthor id="112" name="未知用户58" initials="" lastIdx="5" clrIdx="1"/>
  <p:cmAuthor id="113" name="未知的使用者25" initials="" lastIdx="1" clrIdx="0"/>
  <p:cmAuthor id="114" name="liupeng" initials="" lastIdx="1" clrIdx="1"/>
  <p:cmAuthor id="115" name="未知用户24" initials="" lastIdx="1" clrIdx="0"/>
  <p:cmAuthor id="116" name="AbuSina" initials="" lastIdx="2" clrIdx="0"/>
  <p:cmAuthor id="117" name="hl sun" initials="" lastIdx="1" clrIdx="0"/>
  <p:cmAuthor id="118" name="未知的使用者94" initials="" lastIdx="1" clrIdx="2"/>
  <p:cmAuthor id="119" name="未知用户66" initials="" lastIdx="1" clrIdx="0"/>
  <p:cmAuthor id="120" name="郑汝鸿" initials="郑" lastIdx="2" clrIdx="0"/>
  <p:cmAuthor id="121" name="未知用户19" initials="" lastIdx="1" clrIdx="0"/>
  <p:cmAuthor id="122" name="周宏達JerryChou" initials="" lastIdx="6" clrIdx="2"/>
  <p:cmAuthor id="123" name="邢辰凤" initials="邢" lastIdx="45" clrIdx="7"/>
  <p:cmAuthor id="124" name="未知用户7" initials="" lastIdx="1" clrIdx="0"/>
  <p:cmAuthor id="125" name="未知的使用者56" initials="" lastIdx="1" clrIdx="0"/>
  <p:cmAuthor id="126" name="未知用户46" initials="未" lastIdx="1" clrIdx="1"/>
  <p:cmAuthor id="127" name="未知的使用者119" initials="" lastIdx="1" clrIdx="2"/>
  <p:cmAuthor id="128" name="未知用户59" initials="" lastIdx="0" clrIdx="1"/>
  <p:cmAuthor id="129" name="未知的使用者22" initials="" lastIdx="8" clrIdx="0"/>
  <p:cmAuthor id="130" name="未知的使用者103" initials="" lastIdx="8" clrIdx="0"/>
  <p:cmAuthor id="131" name="Wenwen" initials="" lastIdx="1" clrIdx="1"/>
  <p:cmAuthor id="132" name="未知的使用者117" initials="" lastIdx="1" clrIdx="0"/>
  <p:cmAuthor id="133" name="未知的使用者33" initials="" lastIdx="1" clrIdx="0"/>
  <p:cmAuthor id="134" name="未知的使用者28" initials="" lastIdx="1" clrIdx="0"/>
  <p:cmAuthor id="135" name="未知用户67" initials="" lastIdx="1" clrIdx="0"/>
  <p:cmAuthor id="136" name="未知用户114" initials="" lastIdx="1" clrIdx="0"/>
  <p:cmAuthor id="137" name="未知用户18" initials="" lastIdx="10" clrIdx="0"/>
  <p:cmAuthor id="138" name="未知的使用者67" initials="" lastIdx="1" clrIdx="0"/>
  <p:cmAuthor id="139" name="未知的使用者46" initials="" lastIdx="1" clrIdx="1"/>
  <p:cmAuthor id="140" name="未知的使用者26" initials="" lastIdx="1" clrIdx="0"/>
  <p:cmAuthor id="141" name="未知的使用者43" initials="" lastIdx="1" clrIdx="0"/>
  <p:cmAuthor id="142" name="未知的使用者9" initials="" lastIdx="1" clrIdx="0"/>
  <p:cmAuthor id="143" name="未知用户62" initials="" lastIdx="1" clrIdx="1"/>
  <p:cmAuthor id="144" name="yuanzh" initials="" lastIdx="1" clrIdx="1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linyd" initials="" lastIdx="3" clrIdx="1"/>
  <p:cmAuthor id="149" name="未知用户8" initials="" lastIdx="1" clrIdx="0"/>
  <p:cmAuthor id="150" name="未知的使用者31" initials="" lastIdx="1" clrIdx="0"/>
  <p:cmAuthor id="151" name="未知用户81" initials="" lastIdx="1" clrIdx="0"/>
  <p:cmAuthor id="152" name="未知用户115" initials="" lastIdx="1" clrIdx="0"/>
  <p:cmAuthor id="153" name="未知用户21" initials="" lastIdx="1" clrIdx="0"/>
  <p:cmAuthor id="154" name="未知的使用者68" initials="" lastIdx="1" clrIdx="0"/>
  <p:cmAuthor id="155" name="mm" initials="" lastIdx="1" clrIdx="0"/>
  <p:cmAuthor id="156" name="未知用户15" initials="" lastIdx="1" clrIdx="0"/>
  <p:cmAuthor id="157" name="朱晓瑜" initials="" lastIdx="54" clrIdx="0"/>
  <p:cmAuthor id="158" name="不明使用者20" initials="" lastIdx="1" clrIdx="0"/>
  <p:cmAuthor id="2000" name="shye_EbMrZnMJ" initials="authorId_858303361" lastIdx="0" clrIdx="0"/>
  <p:cmAuthor id="159" name="未知用户82" initials="" lastIdx="1" clrIdx="0"/>
  <p:cmAuthor id="2001" name="CMSZ" initials="C" lastIdx="1" clrIdx="22"/>
  <p:cmAuthor id="160" name="未知的使用者7" initials="" lastIdx="2" clrIdx="0"/>
  <p:cmAuthor id="2002" name="user" initials="" lastIdx="0" clrIdx="25"/>
  <p:cmAuthor id="161" name="未知用户6" initials="" lastIdx="8" clrIdx="0"/>
  <p:cmAuthor id="162" name="未知的使用者55" initials="" lastIdx="1" clrIdx="0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166" name="未知用户47" initials="" lastIdx="6" clrIdx="0"/>
  <p:cmAuthor id="691587970" name="小延魔法师" initials="小" lastIdx="1126286" clrIdx="0"/>
  <p:cmAuthor id="167" name="未知用户106" initials="未" lastIdx="1" clrIdx="0"/>
  <p:cmAuthor id="691587971" name="震" initials="震" lastIdx="1" clrIdx="51"/>
  <p:cmAuthor id="168" name="未知用户116" initials="" lastIdx="1" clrIdx="1"/>
  <p:cmAuthor id="169" name="未知的使用者150" initials="未" lastIdx="1" clrIdx="0"/>
  <p:cmAuthor id="170" name="未知的使用者69" initials="" lastIdx="1" clrIdx="1"/>
  <p:cmAuthor id="171" name="未知的使用者112" initials="" lastIdx="1" clrIdx="1"/>
  <p:cmAuthor id="173" name="Kevin Hu" initials="" lastIdx="1" clrIdx="0"/>
  <p:cmAuthor id="174" name="未知的使用者38" initials="" lastIdx="1" clrIdx="0"/>
  <p:cmAuthor id="175" name="唐可欣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2" name="未知的使用者13" initials="" lastIdx="1" clrIdx="0"/>
  <p:cmAuthor id="183" name="djj" initials="" lastIdx="2" clrIdx="0"/>
  <p:cmAuthor id="184" name="未知用户117" initials="" lastIdx="1" clrIdx="2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8" name="未知用户83" initials="" lastIdx="1" clrIdx="1"/>
  <p:cmAuthor id="199" name="未知用户61" initials="" lastIdx="8" clrIdx="0"/>
  <p:cmAuthor id="200" name="張秀娟" initials="" lastIdx="1" clrIdx="2"/>
  <p:cmAuthor id="201" name="Jason Wang" initials="" lastIdx="1" clrIdx="0"/>
  <p:cmAuthor id="202" name="不明使用者18" initials="" lastIdx="0" clrIdx="1"/>
  <p:cmAuthor id="203" name="未知用户28" initials="未" lastIdx="5" clrIdx="1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2" name="Daniel Wuu" initials="" lastIdx="1" clrIdx="0"/>
  <p:cmAuthor id="213" name="未知用户56" initials="" lastIdx="1" clrIdx="0"/>
  <p:cmAuthor id="214" name="未知的使用者14" initials="" lastIdx="2" clrIdx="0"/>
  <p:cmAuthor id="394525608" name="仇怿俊" initials="仇" lastIdx="0" clrIdx="0"/>
  <p:cmAuthor id="394525609" name="yang zhiqiang" initials="yz" lastIdx="2" clrIdx="26"/>
  <p:cmAuthor id="394525610" name="李 大美" initials="李" lastIdx="1" clrIdx="48"/>
  <p:cmAuthor id="217" name="Ashley Eberenz" initials="" lastIdx="7" clrIdx="1"/>
  <p:cmAuthor id="394525611" name="maomao" initials="m" lastIdx="1" clrIdx="49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qihua-DCMS" initials="" lastIdx="0" clrIdx="0"/>
  <p:cmAuthor id="227" name="未知用户55" initials="" lastIdx="1" clrIdx="0"/>
  <p:cmAuthor id="228" name="未知的使用者95" initials="" lastIdx="1" clrIdx="0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235" name="未知的使用者105" initials="" lastIdx="1" clrIdx="0"/>
  <p:cmAuthor id="236" name="Unknown User70" initials="" lastIdx="1" clrIdx="0"/>
  <p:cmAuthor id="237" name="clinchen" initials="" lastIdx="0" clrIdx="1"/>
  <p:cmAuthor id="238" name="未知用户23" initials="" lastIdx="1" clrIdx="0"/>
  <p:cmAuthor id="239" name="hanjuncompany" initials="" lastIdx="1" clrIdx="0"/>
  <p:cmAuthor id="240" name="kathy chen" initials="" lastIdx="3" clrIdx="0"/>
  <p:cmAuthor id="241" name="未知的使用者63" initials="" lastIdx="1" clrIdx="0"/>
  <p:cmAuthor id="1411828" name="韩晓宇00207529" initials="韩晓宇00207529" lastIdx="1" clrIdx="38"/>
  <p:cmAuthor id="242" name="未知的使用者64" initials="" lastIdx="3" clrIdx="1"/>
  <p:cmAuthor id="1411829" name="张静_Anua7Nne" initials="authorId_935319063" lastIdx="0" clrIdx="0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353158055" name="韩雨" initials="韩" lastIdx="0" clrIdx="0"/>
  <p:cmAuthor id="298" name="未知用户26" initials="" lastIdx="1" clrIdx="0"/>
  <p:cmAuthor id="299" name="未知用户29" initials="" lastIdx="1" clrIdx="0"/>
  <p:cmAuthor id="300" name="未知用户32" initials="" lastIdx="1" clrIdx="0"/>
  <p:cmAuthor id="301" name="未知用户33" initials="" lastIdx="1" clrIdx="0"/>
  <p:cmAuthor id="302" name="未知用户34" initials="" lastIdx="2" clrIdx="0"/>
  <p:cmAuthor id="303" name="未知用户42" initials="" lastIdx="1" clrIdx="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1057508075" name="✨ Nicole " initials="✨" lastIdx="1" clrIdx="330"/>
  <p:cmAuthor id="764" name="未知用户219" initials="未" lastIdx="3" clrIdx="0"/>
  <p:cmAuthor id="765" name="未知用户230" initials="未" lastIdx="2" clrIdx="0"/>
  <p:cmAuthor id="766" name="未知用户231" initials="未" lastIdx="1" clrIdx="0"/>
  <p:cmAuthor id="767" name="未知用户232" initials="未" lastIdx="1" clrIdx="0"/>
  <p:cmAuthor id="768" name="未知用户237" initials="未" lastIdx="7" clrIdx="0"/>
  <p:cmAuthor id="769" name="未知用户226" initials="未" lastIdx="1" clrIdx="0"/>
  <p:cmAuthor id="771" name="lp" initials="l" lastIdx="1" clrIdx="0"/>
  <p:cmAuthor id="772" name="张正明" initials="张" lastIdx="1" clrIdx="0"/>
  <p:cmAuthor id="773" name="FANG SUN" initials="F" lastIdx="2" clrIdx="4"/>
  <p:cmAuthor id="776" name="未知用户416" initials="未" lastIdx="1" clrIdx="0"/>
  <p:cmAuthor id="777" name="未知用户404" initials="未" lastIdx="15" clrIdx="0"/>
  <p:cmAuthor id="778" name="未知用户408" initials="未" lastIdx="1" clrIdx="1"/>
  <p:cmAuthor id="779" name="未知用户409" initials="未" lastIdx="7" clrIdx="0"/>
  <p:cmAuthor id="780" name="未知用户412" initials="未" lastIdx="0" clrIdx="1"/>
  <p:cmAuthor id="781" name="未知用户413" initials="未" lastIdx="1" clrIdx="0"/>
  <p:cmAuthor id="1411830" name="唐 赛" initials="唐" lastIdx="1" clrIdx="45"/>
  <p:cmAuthor id="782" name="未知用户414" initials="未" lastIdx="1" clrIdx="0"/>
  <p:cmAuthor id="783" name="未知用户415" initials="未" lastIdx="1" clrIdx="0"/>
  <p:cmAuthor id="784" name="未知用户215" initials="未" lastIdx="0" clrIdx="0"/>
  <p:cmAuthor id="191251536" name="crespo lee" initials="cl" lastIdx="32" clrIdx="36"/>
  <p:cmAuthor id="785" name="未知用户217" initials="未" lastIdx="0" clrIdx="0"/>
  <p:cmAuthor id="191251537" name="sammi" initials="s" lastIdx="0" clrIdx="12"/>
  <p:cmAuthor id="786" name="未知用户261" initials="未" lastIdx="0" clrIdx="0"/>
  <p:cmAuthor id="191251538" name="王元" initials="R" lastIdx="1" clrIdx="39"/>
  <p:cmAuthor id="787" name="未知用户371" initials="未" lastIdx="1" clrIdx="0"/>
  <p:cmAuthor id="191251539" name="370369741@qq.com" initials="3" lastIdx="1" clrIdx="40"/>
  <p:cmAuthor id="788" name="未知用户370" initials="未" lastIdx="1" clrIdx="0"/>
  <p:cmAuthor id="191251540" name="韩剑侠" initials="P" lastIdx="1" clrIdx="41"/>
  <p:cmAuthor id="789" name="未知用户347" initials="未" lastIdx="10" clrIdx="0"/>
  <p:cmAuthor id="191251541" name="along along" initials="aa" lastIdx="1" clrIdx="44"/>
  <p:cmAuthor id="790" name="未知用户348" initials="未" lastIdx="1" clrIdx="0"/>
  <p:cmAuthor id="191251542" name="Li Xinyi" initials="LX" lastIdx="1" clrIdx="50"/>
  <p:cmAuthor id="791" name="未知用户286" initials="未" lastIdx="1" clrIdx="0"/>
  <p:cmAuthor id="191251543" name="王娟" initials="1" lastIdx="1" clrIdx="31"/>
  <p:cmAuthor id="792" name="未知用户373" initials="未" lastIdx="2" clrIdx="0"/>
  <p:cmAuthor id="793" name="未知用户350" initials="未" lastIdx="1" clrIdx="0"/>
  <p:cmAuthor id="794" name="未知用户218" initials="未" lastIdx="0" clrIdx="0"/>
  <p:cmAuthor id="795" name="未知用户351" initials="未" lastIdx="1" clrIdx="0"/>
  <p:cmAuthor id="796" name="未知用户352" initials="未" lastIdx="1" clrIdx="1"/>
  <p:cmAuthor id="797" name="未知用户353" initials="未" lastIdx="7" clrIdx="0"/>
  <p:cmAuthor id="798" name="未知用户354" initials="未" lastIdx="3" clrIdx="0"/>
  <p:cmAuthor id="799" name="未知用户355" initials="未" lastIdx="1" clrIdx="0"/>
  <p:cmAuthor id="800" name="未知用户356" initials="未" lastIdx="0" clrIdx="0"/>
  <p:cmAuthor id="801" name="未知用户378" initials="未" lastIdx="1" clrIdx="0"/>
  <p:cmAuthor id="802" name="未知用户357" initials="未" lastIdx="9" clrIdx="0"/>
  <p:cmAuthor id="803" name="未知用户362" initials="未" lastIdx="1" clrIdx="0"/>
  <p:cmAuthor id="804" name="未知用户363" initials="未" lastIdx="0" clrIdx="0"/>
  <p:cmAuthor id="805" name="未知用户374" initials="未" lastIdx="1" clrIdx="0"/>
  <p:cmAuthor id="806" name="未知用户375" initials="未" lastIdx="1" clrIdx="0"/>
  <p:cmAuthor id="807" name="未知用户369" initials="未" lastIdx="2" clrIdx="0"/>
  <p:cmAuthor id="808" name="未知用户376" initials="未" lastIdx="22" clrIdx="0"/>
  <p:cmAuthor id="809" name="未知用户377" initials="未" lastIdx="1" clrIdx="0"/>
  <p:cmAuthor id="810" name="未知用户372" initials="未" lastIdx="1" clrIdx="1"/>
  <p:cmAuthor id="814" name="未知用户466" initials="未" lastIdx="3" clrIdx="0"/>
  <p:cmAuthor id="815" name="未知用户460" initials="未" lastIdx="1" clrIdx="0"/>
  <p:cmAuthor id="816" name="未知用户454" initials="未" lastIdx="2" clrIdx="0"/>
  <p:cmAuthor id="817" name="未知用户461" initials="未" lastIdx="0" clrIdx="0"/>
  <p:cmAuthor id="818" name="未知用户455" initials="未" lastIdx="1" clrIdx="0"/>
  <p:cmAuthor id="819" name="未知用户462" initials="未" lastIdx="10" clrIdx="0"/>
  <p:cmAuthor id="820" name="未知用户465" initials="未" lastIdx="1" clrIdx="5"/>
  <p:cmAuthor id="821" name="未知用户457" initials="未" lastIdx="1" clrIdx="0"/>
  <p:cmAuthor id="822" name="未知用户450" initials="未" lastIdx="0" clrIdx="0"/>
  <p:cmAuthor id="823" name="未知用户463" initials="未" lastIdx="1" clrIdx="18"/>
  <p:cmAuthor id="824" name="未知用户467" initials="未" lastIdx="0" clrIdx="0"/>
  <p:cmAuthor id="825" name="未知用户468" initials="未" lastIdx="1" clrIdx="0"/>
  <p:cmAuthor id="826" name="未知用户469" initials="未" lastIdx="1" clrIdx="0"/>
  <p:cmAuthor id="827" name="未知用户458" initials="未" lastIdx="2" clrIdx="0"/>
  <p:cmAuthor id="828" name="未知用户470" initials="未" lastIdx="1" clrIdx="0"/>
  <p:cmAuthor id="829" name="未知用户471" initials="未" lastIdx="1" clrIdx="0"/>
  <p:cmAuthor id="830" name="未知用户472" initials="未" lastIdx="1" clrIdx="0"/>
  <p:cmAuthor id="831" name="未知用户473" initials="未" lastIdx="4" clrIdx="0"/>
  <p:cmAuthor id="832" name="未知用户235" initials="未" lastIdx="0" clrIdx="1"/>
  <p:cmAuthor id="833" name="未知用户453" initials="未" lastIdx="1" clrIdx="0"/>
  <p:cmAuthor id="834" name="未知用户474" initials="未" lastIdx="0" clrIdx="0"/>
  <p:cmAuthor id="835" name="未知用户475" initials="未" lastIdx="0" clrIdx="0"/>
  <p:cmAuthor id="836" name="未知用户476" initials="未" lastIdx="1" clrIdx="0"/>
  <p:cmAuthor id="837" name="未知用户459" initials="未" lastIdx="1" clrIdx="1"/>
  <p:cmAuthor id="838" name="未知用户489" initials="未" lastIdx="1" clrIdx="0"/>
  <p:cmAuthor id="839" name="未知用户488" initials="未" lastIdx="10" clrIdx="0"/>
  <p:cmAuthor id="840" name="未知用户490" initials="未" lastIdx="1" clrIdx="0"/>
  <p:cmAuthor id="841" name="未知用户477" initials="未" lastIdx="2" clrIdx="0"/>
  <p:cmAuthor id="842" name="未知用户478" initials="未" lastIdx="1" clrIdx="0"/>
  <p:cmAuthor id="843" name="未知用户479" initials="未" lastIdx="0" clrIdx="8"/>
  <p:cmAuthor id="844" name="未知用户480" initials="未" lastIdx="1" clrIdx="0"/>
  <p:cmAuthor id="845" name="未知用户481" initials="未" lastIdx="11" clrIdx="0"/>
  <p:cmAuthor id="846" name="未知用户482" initials="未" lastIdx="1" clrIdx="0"/>
  <p:cmAuthor id="847" name="未知用户483" initials="未" lastIdx="1" clrIdx="0"/>
  <p:cmAuthor id="848" name="未知用户484" initials="未" lastIdx="1" clrIdx="0"/>
  <p:cmAuthor id="849" name="未知用户485" initials="未" lastIdx="1" clrIdx="0"/>
  <p:cmAuthor id="850" name="未知用户486" initials="未" lastIdx="0" clrIdx="0"/>
  <p:cmAuthor id="851" name="未知用户452" initials="未" lastIdx="2" clrIdx="0"/>
  <p:cmAuthor id="852" name="未知用户456" initials="未" lastIdx="1" clrIdx="0"/>
  <p:cmAuthor id="853" name="未知用户464" initials="未" lastIdx="0" clrIdx="0"/>
  <p:cmAuthor id="854" name="未知用户487" initials="未" lastIdx="0" clrIdx="0"/>
  <p:cmAuthor id="861" name="seki" initials="s" lastIdx="1" clrIdx="0"/>
  <p:cmAuthor id="172" name="未知用户183" initials="未知用户183" lastIdx="1" clrIdx="49"/>
  <p:cmAuthor id="185" name="ztolei@163.com" initials="z" lastIdx="1" clrIdx="50"/>
  <p:cmAuthor id="197" name="未知用户87" initials="未" lastIdx="2" clrIdx="0"/>
  <p:cmAuthor id="211" name="焱恺 彭" initials="焱" lastIdx="1" clrIdx="95"/>
  <p:cmAuthor id="215" name="LiWei" initials="L" lastIdx="1" clrIdx="0"/>
  <p:cmAuthor id="216" name="方朝军/产品推动室/产品开发推广部/总公司" initials="方" lastIdx="2" clrIdx="0"/>
  <p:cmAuthor id="441412215" name="tonghailan" initials="t" lastIdx="1126972" clrIdx="1"/>
  <p:cmAuthor id="229" name="guanhh" initials="g" lastIdx="3" clrIdx="0"/>
  <p:cmAuthor id="320" name="孟轩君" initials="孟" lastIdx="2" clrIdx="0"/>
  <p:cmAuthor id="322" name="zhengmn" initials="zhengmn" lastIdx="3" clrIdx="321"/>
  <p:cmAuthor id="323" name="renyina" initials="r" lastIdx="1" clrIdx="322"/>
  <p:cmAuthor id="324" name="User" initials="U" lastIdx="1" clrIdx="323"/>
  <p:cmAuthor id="325" name="zhangzhongmin" initials="zhangzhongmin" lastIdx="1" clrIdx="324"/>
  <p:cmAuthor id="326" name="xiehaoming" initials="xiehaoming" lastIdx="1" clrIdx="325"/>
  <p:cmAuthor id="327" name="Cecilia" initials="C" lastIdx="1" clrIdx="326"/>
  <p:cmAuthor id="328" name="jiangjunrz" initials="jiangjunrz" lastIdx="1" clrIdx="327"/>
  <p:cmAuthor id="329" name="chenpuqiang" initials="c" lastIdx="1" clrIdx="328"/>
  <p:cmAuthor id="330" name="weik" initials="w" lastIdx="1" clrIdx="329"/>
  <p:cmAuthor id="331" name="Rita" initials="R" lastIdx="1" clrIdx="330"/>
  <p:cmAuthor id="332" name="LENOVO" initials="L" lastIdx="1" clrIdx="0"/>
  <p:cmAuthor id="333" name="于书丹" initials="C" lastIdx="1" clrIdx="332"/>
  <p:cmAuthor id="334" name="zhoux" initials="z" lastIdx="1" clrIdx="333"/>
  <p:cmAuthor id="335" name="李娜" initials="李" lastIdx="1" clrIdx="0"/>
  <p:cmAuthor id="336" name="tonyliu" initials="t" lastIdx="4" clrIdx="335"/>
  <p:cmAuthor id="337" name="hwjjjjjjjj" initials="h" lastIdx="2" clrIdx="336"/>
  <p:cmAuthor id="338" name="laichenxi" initials="u" lastIdx="1" clrIdx="337"/>
  <p:cmAuthor id="339" name="macos" initials="m" lastIdx="1" clrIdx="338"/>
  <p:cmAuthor id="287643685" name="罗志军" initials="Microsof" lastIdx="1" clrIdx="38"/>
  <p:cmAuthor id="287643686" name="YaoChunfen" initials="Y" lastIdx="1" clrIdx="39"/>
  <p:cmAuthor id="340" name="zhaoby01" initials="z" lastIdx="2" clrIdx="6"/>
  <p:cmAuthor id="287643687" name="cheng" initials="c" lastIdx="13" clrIdx="0"/>
  <p:cmAuthor id="341" name="Lydia" initials="L" lastIdx="1" clrIdx="0"/>
  <p:cmAuthor id="691587972" name="Zhao Yecheng" initials="ZY" lastIdx="1" clrIdx="57"/>
  <p:cmAuthor id="287643688" name="方少_UbQfrimU" initials="authorId_442114952" lastIdx="0" clrIdx="0"/>
  <p:cmAuthor id="342" name="yangjianhe1" initials="y" lastIdx="1" clrIdx="341"/>
  <p:cmAuthor id="691587973" name="619963410@qq.com" initials="6" lastIdx="2" clrIdx="52"/>
  <p:cmAuthor id="287643689" name="叶盛_Q3A3IfEf" initials="authorId_506280334" lastIdx="0" clrIdx="0"/>
  <p:cmAuthor id="343" name="wangchangkun@cmhi.cmcc" initials="wangchangkun@cmhi.cmcc" lastIdx="1" clrIdx="342"/>
  <p:cmAuthor id="691587974" name="秀雪 贾" initials="秀贾" lastIdx="3" clrIdx="330"/>
  <p:cmAuthor id="287643690" name="Harley._bEJrUJ7r" initials="authorId_432156705" lastIdx="0" clrIdx="0"/>
  <p:cmAuthor id="344" name="tong" initials="t" lastIdx="2" clrIdx="0"/>
  <p:cmAuthor id="691587975" name="xiaoming chang" initials="xc" lastIdx="1" clrIdx="331"/>
  <p:cmAuthor id="287643691" name="罗平_VB7vJb2E" initials="authorId_305049361" lastIdx="0" clrIdx="0"/>
  <p:cmAuthor id="345" name="cpic" initials="c" lastIdx="0" clrIdx="0"/>
  <p:cmAuthor id="691587976" name="Jasmine" initials="J" lastIdx="4" clrIdx="342"/>
  <p:cmAuthor id="287643692" name="xixi_nUjqe22E" initials="authorId_359229261" lastIdx="0" clrIdx="0"/>
  <p:cmAuthor id="347" name="taowei" initials="t" lastIdx="1" clrIdx="0"/>
  <p:cmAuthor id="287643693" name="安安_zm6nYnYZ" initials="authorId_347340296" lastIdx="0" clrIdx="0"/>
  <p:cmAuthor id="348" name="X1" initials="X" lastIdx="1" clrIdx="347"/>
  <p:cmAuthor id="287643694" name="nature_emInFJF7" initials="authorId_313163542" lastIdx="0" clrIdx="0"/>
  <p:cmAuthor id="349" name="Dizzy" initials="D" lastIdx="3" clrIdx="0"/>
  <p:cmAuthor id="287643695" name="杨思思_VNjyvY7j" initials="authorId_430925712" lastIdx="0" clrIdx="0"/>
  <p:cmAuthor id="350" name="Hao Yue" initials="HY" lastIdx="2" clrIdx="349"/>
  <p:cmAuthor id="287643696" name="周君_MfIffYra" initials="authorId_375419134" lastIdx="0" clrIdx="0"/>
  <p:cmAuthor id="352" name="孙璐璐" initials="孙" lastIdx="1" clrIdx="0"/>
  <p:cmAuthor id="353" name="1003776019@qq.com" initials="1" lastIdx="1" clrIdx="33"/>
  <p:cmAuthor id="354" name="Helms, Hans-Joachim {MDBA~Basel}" initials="H" lastIdx="36" clrIdx="5"/>
  <p:cmAuthor id="355" name="33505" initials="3" lastIdx="1" clrIdx="354"/>
  <p:cmAuthor id="356" name="Petersen, Jenny {MDBD~South San Francisco}" initials="P" lastIdx="4" clrIdx="7"/>
  <p:cmAuthor id="357" name="刘风香" initials="刘" lastIdx="5" clrIdx="20"/>
  <p:cmAuthor id="359" name="王 金谦" initials="王" lastIdx="2" clrIdx="21"/>
  <p:cmAuthor id="360" name="Mary Beattie" initials="M" lastIdx="11" clrIdx="11"/>
  <p:cmAuthor id="361" name="15090" initials="1" lastIdx="5" clrIdx="360"/>
  <p:cmAuthor id="362" name="Andrea Michels" initials="A" lastIdx="13" clrIdx="13"/>
  <p:cmAuthor id="363" name="admin" initials="a" lastIdx="1" clrIdx="362"/>
  <p:cmAuthor id="364" name="anni" initials="a" lastIdx="1" clrIdx="0"/>
  <p:cmAuthor id="365" name="Kate Rijnen" initials="K" lastIdx="11" clrIdx="2"/>
  <p:cmAuthor id="366" name="Mark McGregor (HI)" initials="M" lastIdx="33" clrIdx="3"/>
  <p:cmAuthor id="367" name="Machackova, Zuzana {MDAO~Basel}" initials="M" lastIdx="37" clrIdx="5"/>
  <p:cmAuthor id="369" name="Bart Baranowski (HI)" initials="B" lastIdx="16" clrIdx="7"/>
  <p:cmAuthor id="370" name="YUN Jiayue" initials="Y" lastIdx="9" clrIdx="0"/>
  <p:cmAuthor id="371" name="Louise Adamson (HI)" initials="L" lastIdx="173" clrIdx="9"/>
  <p:cmAuthor id="373" name="Yoda KK" initials="Y" lastIdx="1" clrIdx="10"/>
  <p:cmAuthor id="374" name="ZYM" initials="Z" lastIdx="0" clrIdx="18"/>
  <p:cmAuthor id="376" name="zhouyangfan" initials="z" lastIdx="0" clrIdx="0"/>
  <p:cmAuthor id="378" name="fengyuan03" initials="f" lastIdx="11" clrIdx="1"/>
  <p:cmAuthor id="379" name="刘国强" initials="刘" lastIdx="1" clrIdx="0"/>
  <p:cmAuthor id="380" name="Melanie Smitt" initials="M" lastIdx="33" clrIdx="12"/>
  <p:cmAuthor id="381" name="miaott" initials="m" lastIdx="0" clrIdx="195"/>
  <p:cmAuthor id="383" name="刘云飞" initials="刘" lastIdx="1" clrIdx="6"/>
  <p:cmAuthor id="384" name="xusha" initials="x" lastIdx="1" clrIdx="2"/>
  <p:cmAuthor id="386" name="未知用户198" initials="未" lastIdx="0" clrIdx="0"/>
  <p:cmAuthor id="387" name="王源" initials="王" lastIdx="2" clrIdx="1"/>
  <p:cmAuthor id="388" name="未知用户220" initials="未" lastIdx="1" clrIdx="0"/>
  <p:cmAuthor id="389" name="李 东科" initials="李" lastIdx="1" clrIdx="35"/>
  <p:cmAuthor id="390" name="未知用户199" initials="未" lastIdx="0" clrIdx="1"/>
  <p:cmAuthor id="391" name="未知用户200" initials="未" lastIdx="2" clrIdx="0"/>
  <p:cmAuthor id="392" name="未知用户201" initials="未" lastIdx="11" clrIdx="1"/>
  <p:cmAuthor id="393" name="未知用户214" initials="未" lastIdx="1" clrIdx="0"/>
  <p:cmAuthor id="394" name="未知用户216" initials="未" lastIdx="1" clrIdx="0"/>
  <p:cmAuthor id="395" name="袁正海" initials="袁" lastIdx="1" clrIdx="0"/>
  <p:cmAuthor id="396" name="未知用户203" initials="未" lastIdx="15" clrIdx="0"/>
  <p:cmAuthor id="397" name="未知用户204" initials="未" lastIdx="1" clrIdx="0"/>
  <p:cmAuthor id="398" name="未知用户205" initials="未" lastIdx="7" clrIdx="0"/>
  <p:cmAuthor id="399" name="未知用户206" initials="未" lastIdx="1" clrIdx="0"/>
  <p:cmAuthor id="400" name="未知用户207" initials="未" lastIdx="1" clrIdx="0"/>
  <p:cmAuthor id="401" name="未知用户84" initials="未" lastIdx="1" clrIdx="0"/>
  <p:cmAuthor id="402" name="未知用户209" initials="未" lastIdx="2" clrIdx="0"/>
  <p:cmAuthor id="403" name="未知用户210" initials="未" lastIdx="0" clrIdx="0"/>
  <p:cmAuthor id="404" name="未知用户213" initials="未" lastIdx="1" clrIdx="2"/>
  <p:cmAuthor id="405" name="未知用户88" initials="未" lastIdx="2" clrIdx="0"/>
  <p:cmAuthor id="406" name="?定义" initials="?" lastIdx="2" clrIdx="0"/>
  <p:cmAuthor id="407" name="sxp" initials="s" lastIdx="1" clrIdx="2"/>
  <p:cmAuthor id="408" name="allan" initials="a" lastIdx="1" clrIdx="0"/>
  <p:cmAuthor id="411" name="未知用户95" initials="未" lastIdx="1" clrIdx="0"/>
  <p:cmAuthor id="412" name="未知的使用者161" initials="未" lastIdx="1" clrIdx="0"/>
  <p:cmAuthor id="414" name="Unknown User22" initials="U" lastIdx="1" clrIdx="0"/>
  <p:cmAuthor id="417" name="Unknown User23" initials="U" lastIdx="1" clrIdx="0"/>
  <p:cmAuthor id="418" name="未知的使用者75" initials="未" lastIdx="1" clrIdx="0"/>
  <p:cmAuthor id="419" name="未知的使用者77" initials="未" lastIdx="1" clrIdx="0"/>
  <p:cmAuthor id="420" name="未知的使用者78" initials="未" lastIdx="5" clrIdx="1"/>
  <p:cmAuthor id="425" name="未知用户63" initials="未" lastIdx="1" clrIdx="0"/>
  <p:cmAuthor id="426" name="未知的使用者102" initials="未" lastIdx="5" clrIdx="1"/>
  <p:cmAuthor id="427" name="未知的使用者61" initials="未" lastIdx="1" clrIdx="0"/>
  <p:cmAuthor id="429" name="未知用户112" initials="未" lastIdx="4" clrIdx="0"/>
  <p:cmAuthor id="430" name="未知的使用者183" initials="未" lastIdx="5" clrIdx="1"/>
  <p:cmAuthor id="431" name="未知用户162" initials="未" lastIdx="1" clrIdx="1"/>
  <p:cmAuthor id="432" name="未知用户163" initials="未" lastIdx="1" clrIdx="0"/>
  <p:cmAuthor id="433" name="針對所選的門市進行小範圍實驗，捕捉驅動績效的關鍵影響因子" initials="針" lastIdx="1" clrIdx="0"/>
  <p:cmAuthor id="434" name="James" initials="J" lastIdx="1" clrIdx="0"/>
  <p:cmAuthor id="435" name="未知的使用者114" initials="未" lastIdx="1" clrIdx="0"/>
  <p:cmAuthor id="436" name="未知用户164" initials="未" lastIdx="1" clrIdx="0"/>
  <p:cmAuthor id="437" name="未知的使用者184" initials="未" lastIdx="8" clrIdx="0"/>
  <p:cmAuthor id="438" name="未知的使用者185" initials="未" lastIdx="10" clrIdx="0"/>
  <p:cmAuthor id="439" name="未知的使用者186" initials="未" lastIdx="1" clrIdx="0"/>
  <p:cmAuthor id="440" name="未知的使用者175" initials="未" lastIdx="8" clrIdx="0"/>
  <p:cmAuthor id="441" name="未知的使用者176" initials="未" lastIdx="1" clrIdx="0"/>
  <p:cmAuthor id="442" name="未知的使用者187" initials="未" lastIdx="1" clrIdx="0"/>
  <p:cmAuthor id="443" name="zhang li" initials="z" lastIdx="1" clrIdx="138"/>
  <p:cmAuthor id="444" name="未知的使用者179" initials="未" lastIdx="1" clrIdx="0"/>
  <p:cmAuthor id="445" name="未知的使用者180" initials="未" lastIdx="2" clrIdx="0"/>
  <p:cmAuthor id="446" name="未知的使用者181" initials="未" lastIdx="7" clrIdx="1"/>
  <p:cmAuthor id="447" name="未知的使用者170" initials="未" lastIdx="43" clrIdx="1"/>
  <p:cmAuthor id="448" name="未知的使用者190" initials="未" lastIdx="1" clrIdx="1"/>
  <p:cmAuthor id="449" name="未知的使用者191" initials="未" lastIdx="1" clrIdx="0"/>
  <p:cmAuthor id="450" name="未知的使用者141" initials="未" lastIdx="8" clrIdx="0"/>
  <p:cmAuthor id="451" name="未知的使用者142" initials="未" lastIdx="1" clrIdx="0"/>
  <p:cmAuthor id="452" name="不明使用者6" initials="不" lastIdx="1" clrIdx="0"/>
  <p:cmAuthor id="453" name="未知的使用者143" initials="未" lastIdx="1" clrIdx="0"/>
  <p:cmAuthor id="454" name="Think" initials="T" lastIdx="1" clrIdx="453"/>
  <p:cmAuthor id="455" name="未知的使用者144" initials="未" lastIdx="1" clrIdx="0"/>
  <p:cmAuthor id="456" name="未知的使用者145" initials="未" lastIdx="1" clrIdx="0"/>
  <p:cmAuthor id="457" name="mawei19" initials="m" lastIdx="1" clrIdx="21"/>
  <p:cmAuthor id="458" name="未知的使用者147" initials="未" lastIdx="1" clrIdx="0"/>
  <p:cmAuthor id="460" name="David Morgan (HI)" initials="D" lastIdx="17" clrIdx="11"/>
  <p:cmAuthor id="461" name="Kate Sillitoe (HI)" initials="K" lastIdx="4" clrIdx="12"/>
  <p:cmAuthor id="463" name="hpguan" initials="h" lastIdx="27" clrIdx="0"/>
  <p:cmAuthor id="465" name="未知的使用者220" initials="未" lastIdx="7" clrIdx="1"/>
  <p:cmAuthor id="466" name="未知用户118" initials="未" lastIdx="1" clrIdx="0"/>
  <p:cmAuthor id="469" name="未知的使用者157" initials="未" lastIdx="1" clrIdx="0"/>
  <p:cmAuthor id="470" name="未知用户119" initials="未" lastIdx="0" clrIdx="0"/>
  <p:cmAuthor id="471" name="未知用户120" initials="未" lastIdx="1" clrIdx="1"/>
  <p:cmAuthor id="472" name="alen" initials="a" lastIdx="2" clrIdx="0"/>
  <p:cmAuthor id="473" name="未知用户121" initials="未" lastIdx="8" clrIdx="0"/>
  <p:cmAuthor id="474" name="未知用户122" initials="未" lastIdx="0" clrIdx="0"/>
  <p:cmAuthor id="475" name="未知用户123" initials="未" lastIdx="1" clrIdx="0"/>
  <p:cmAuthor id="476" name="未知用户124" initials="未" lastIdx="9" clrIdx="0"/>
  <p:cmAuthor id="477" name="未知用户125" initials="未" lastIdx="2" clrIdx="0"/>
  <p:cmAuthor id="478" name="未知用户126" initials="未" lastIdx="1" clrIdx="0"/>
  <p:cmAuthor id="479" name="未知用户127" initials="未" lastIdx="1" clrIdx="0"/>
  <p:cmAuthor id="480" name="未知用户128" initials="未" lastIdx="1" clrIdx="0"/>
  <p:cmAuthor id="481" name="未知用户129" initials="未" lastIdx="0" clrIdx="8"/>
  <p:cmAuthor id="482" name="未知用户130" initials="未" lastIdx="1" clrIdx="0"/>
  <p:cmAuthor id="483" name="未知用户131" initials="未" lastIdx="10" clrIdx="0"/>
  <p:cmAuthor id="484" name="未知用户132" initials="未" lastIdx="1" clrIdx="0"/>
  <p:cmAuthor id="485" name="未知用户133" initials="未" lastIdx="2" clrIdx="0"/>
  <p:cmAuthor id="486" name="未知用户134" initials="未" lastIdx="1" clrIdx="0"/>
  <p:cmAuthor id="487" name="未知用户135" initials="未" lastIdx="0" clrIdx="0"/>
  <p:cmAuthor id="488" name="未知用户136" initials="未" lastIdx="1" clrIdx="0"/>
  <p:cmAuthor id="2003" name="administrator" initials="ad" lastIdx="3" clrIdx="23"/>
  <p:cmAuthor id="489" name="未知用户137" initials="未" lastIdx="0" clrIdx="0"/>
  <p:cmAuthor id="490" name="未知的使用者255" initials="未" lastIdx="1" clrIdx="0"/>
  <p:cmAuthor id="2004" name="范 斌" initials="范" lastIdx="1" clrIdx="36"/>
  <p:cmAuthor id="491" name="USER" initials="U" lastIdx="0" clrIdx="0"/>
  <p:cmAuthor id="2005" name="毕邺" initials="党委办公室" lastIdx="2" clrIdx="37"/>
  <p:cmAuthor id="493" name="未知用户138" initials="未" lastIdx="7" clrIdx="0"/>
  <p:cmAuthor id="496" name="未知用户141" initials="未" lastIdx="0" clrIdx="0"/>
  <p:cmAuthor id="497" name="未知用户142" initials="未" lastIdx="0" clrIdx="1"/>
  <p:cmAuthor id="498" name="Evonlin" initials="E" lastIdx="2" clrIdx="2"/>
  <p:cmAuthor id="499" name="WANGZF" initials="W" lastIdx="4" clrIdx="2"/>
  <p:cmAuthor id="500" name="未知用户143" initials="未" lastIdx="1" clrIdx="0"/>
  <p:cmAuthor id="501" name="未知的使用者188" initials="未" lastIdx="1" clrIdx="0"/>
  <p:cmAuthor id="502" name="未知用户144" initials="未" lastIdx="1" clrIdx="0"/>
  <p:cmAuthor id="503" name="未知用户145" initials="未" lastIdx="2" clrIdx="0"/>
  <p:cmAuthor id="509" name="未知的使用者136" initials="未" lastIdx="1" clrIdx="0"/>
  <p:cmAuthor id="510" name="未知的使用者139" initials="未" lastIdx="1" clrIdx="0"/>
  <p:cmAuthor id="511" name="未知用户139" initials="未" lastIdx="0" clrIdx="0"/>
  <p:cmAuthor id="516" name="未知用户197" initials="未" lastIdx="0" clrIdx="1"/>
  <p:cmAuthor id="517" name="王 一鸣" initials="王" lastIdx="1" clrIdx="0"/>
  <p:cmAuthor id="520" name="Well Li" initials="W" lastIdx="1" clrIdx="0"/>
  <p:cmAuthor id="521" name="任俊宣" initials="任" lastIdx="1" clrIdx="6"/>
  <p:cmAuthor id="522" name="未知用户188" initials="未" lastIdx="1" clrIdx="0"/>
  <p:cmAuthor id="523" name="未知用户189" initials="未" lastIdx="1" clrIdx="0"/>
  <p:cmAuthor id="524" name="未知用户165" initials="未" lastIdx="1" clrIdx="0"/>
  <p:cmAuthor id="525" name="未知用户166" initials="未" lastIdx="1" clrIdx="0"/>
  <p:cmAuthor id="526" name="未知用户167" initials="未" lastIdx="1" clrIdx="0"/>
  <p:cmAuthor id="527" name="未知用户168" initials="未" lastIdx="0" clrIdx="8"/>
  <p:cmAuthor id="381437688" name="谢学斌" initials="谢" lastIdx="0" clrIdx="0"/>
  <p:cmAuthor id="528" name="未知用户169" initials="未" lastIdx="1" clrIdx="0"/>
  <p:cmAuthor id="529" name="孟令坤" initials="MLK" lastIdx="9" clrIdx="528"/>
  <p:cmAuthor id="530" name="11794" initials="1" lastIdx="1" clrIdx="529"/>
  <p:cmAuthor id="532" name="张久仙" initials="zjx" lastIdx="9" clrIdx="531"/>
  <p:cmAuthor id="533" name="未知用户174" initials="未" lastIdx="0" clrIdx="0"/>
  <p:cmAuthor id="534" name="未知用户175" initials="未" lastIdx="1" clrIdx="0"/>
  <p:cmAuthor id="535" name="未知用户176" initials="未" lastIdx="0" clrIdx="0"/>
  <p:cmAuthor id="539" name="未知用户221" initials="未" lastIdx="1" clrIdx="0"/>
  <p:cmAuthor id="545" name="未知用户202" initials="未" lastIdx="2" clrIdx="0"/>
  <p:cmAuthor id="551" name="未知用户208" initials="未" lastIdx="1" clrIdx="0"/>
  <p:cmAuthor id="553" name="刘晖" initials="刘" lastIdx="1" clrIdx="0"/>
  <p:cmAuthor id="555" name="未知用户211" initials="未" lastIdx="1" clrIdx="0"/>
  <p:cmAuthor id="557" name="未知用户157" initials="未" lastIdx="8" clrIdx="0"/>
  <p:cmAuthor id="558" name="未知用户337" initials="未" lastIdx="0" clrIdx="0"/>
  <p:cmAuthor id="559" name="未知用户336" initials="未" lastIdx="1" clrIdx="0"/>
  <p:cmAuthor id="560" name="未知用户318" initials="未" lastIdx="1" clrIdx="1"/>
  <p:cmAuthor id="561" name="未知用户319" initials="未" lastIdx="7" clrIdx="0"/>
  <p:cmAuthor id="562" name="未知用户320" initials="未" lastIdx="3" clrIdx="0"/>
  <p:cmAuthor id="563" name="未知用户321" initials="未" lastIdx="1" clrIdx="0"/>
  <p:cmAuthor id="564" name="未知用户322" initials="未" lastIdx="0" clrIdx="0"/>
  <p:cmAuthor id="565" name="未知用户323" initials="未" lastIdx="9" clrIdx="0"/>
  <p:cmAuthor id="566" name="未知用户287" initials="未" lastIdx="1" clrIdx="0"/>
  <p:cmAuthor id="567" name="未知用户324" initials="未" lastIdx="1" clrIdx="0"/>
  <p:cmAuthor id="568" name="未知用户325" initials="未" lastIdx="2" clrIdx="0"/>
  <p:cmAuthor id="569" name="未知用户290" initials="未" lastIdx="1" clrIdx="0"/>
  <p:cmAuthor id="570" name="未知用户291" initials="未" lastIdx="1" clrIdx="0"/>
  <p:cmAuthor id="571" name="未知用户292" initials="未" lastIdx="0" clrIdx="0"/>
  <p:cmAuthor id="572" name="未知用户293" initials="未" lastIdx="1" clrIdx="0"/>
  <p:cmAuthor id="573" name="未知用户294" initials="未" lastIdx="1" clrIdx="1"/>
  <p:cmAuthor id="574" name="未知用户295" initials="未" lastIdx="1" clrIdx="0"/>
  <p:cmAuthor id="575" name="未知用户326" initials="未" lastIdx="1" clrIdx="0"/>
  <p:cmAuthor id="576" name="未知用户327" initials="未" lastIdx="2" clrIdx="0"/>
  <p:cmAuthor id="577" name="未知用户328" initials="未" lastIdx="2" clrIdx="0"/>
  <p:cmAuthor id="578" name="未知用户299" initials="未" lastIdx="3" clrIdx="0"/>
  <p:cmAuthor id="579" name="未知用户300" initials="未" lastIdx="22" clrIdx="0"/>
  <p:cmAuthor id="580" name="未知用户301" initials="未" lastIdx="1" clrIdx="0"/>
  <p:cmAuthor id="581" name="未知用户302" initials="未" lastIdx="1" clrIdx="1"/>
  <p:cmAuthor id="582" name="未知用户303" initials="未" lastIdx="1" clrIdx="0"/>
  <p:cmAuthor id="583" name="未知用户304" initials="未" lastIdx="1" clrIdx="35"/>
  <p:cmAuthor id="584" name="未知用户305" initials="未" lastIdx="1" clrIdx="0"/>
  <p:cmAuthor id="585" name="未知用户306" initials="未" lastIdx="0" clrIdx="0"/>
  <p:cmAuthor id="586" name="未知用户222" initials="未" lastIdx="1" clrIdx="1"/>
  <p:cmAuthor id="587" name="未知用户224" initials="未" lastIdx="0" clrIdx="0"/>
  <p:cmAuthor id="588" name="未知用户332" initials="未" lastIdx="1" clrIdx="0"/>
  <p:cmAuthor id="210492765" name="施普希（菜菜）" initials="施" lastIdx="0" clrIdx="0"/>
  <p:cmAuthor id="589" name="未知用户309" initials="未" lastIdx="0" clrIdx="0"/>
  <p:cmAuthor id="210492766" name="曹 朝辉" initials="曹" lastIdx="1" clrIdx="14"/>
  <p:cmAuthor id="590" name="未知用户310" initials="未" lastIdx="1" clrIdx="21"/>
  <p:cmAuthor id="210492767" name="李 嘉" initials="李" lastIdx="1" clrIdx="26"/>
  <p:cmAuthor id="591" name="未知用户311" initials="未" lastIdx="1" clrIdx="0"/>
  <p:cmAuthor id="210492768" name="gus9@chinaunicom.cn" initials="g" lastIdx="4" clrIdx="27"/>
  <p:cmAuthor id="592" name="未知用户312" initials="未" lastIdx="4" clrIdx="1"/>
  <p:cmAuthor id="593" name="未知用户313" initials="未" lastIdx="1" clrIdx="0"/>
  <p:cmAuthor id="594" name="未知用户335" initials="未" lastIdx="1" clrIdx="0"/>
  <p:cmAuthor id="595" name="未知用户316" initials="未" lastIdx="1" clrIdx="0"/>
  <p:cmAuthor id="596" name="未知用户277" initials="未" lastIdx="1" clrIdx="0"/>
  <p:cmAuthor id="597" name="未知用户278" initials="未" lastIdx="1" clrIdx="0"/>
  <p:cmAuthor id="598" name="未知用户272" initials="未" lastIdx="10" clrIdx="0"/>
  <p:cmAuthor id="599" name="未知用户273" initials="未" lastIdx="1" clrIdx="0"/>
  <p:cmAuthor id="600" name="未知用户279" initials="未" lastIdx="1" clrIdx="1"/>
  <p:cmAuthor id="601" name="未知用户233" initials="未" lastIdx="1" clrIdx="0"/>
  <p:cmAuthor id="602" name="未知用户229" initials="未" lastIdx="0" clrIdx="0"/>
  <p:cmAuthor id="603" name="未知用户234" initials="未" lastIdx="1" clrIdx="0"/>
  <p:cmAuthor id="604" name="未知用户274" initials="未" lastIdx="1" clrIdx="0"/>
  <p:cmAuthor id="605" name="未知用户236" initials="未" lastIdx="0" clrIdx="0"/>
  <p:cmAuthor id="606" name="未知用户280" initials="未" lastIdx="2" clrIdx="0"/>
  <p:cmAuthor id="607" name="未知用户238" initials="未" lastIdx="1" clrIdx="21"/>
  <p:cmAuthor id="608" name="未知用户239" initials="未" lastIdx="1" clrIdx="0"/>
  <p:cmAuthor id="609" name="未知用户240" initials="未" lastIdx="4" clrIdx="1"/>
  <p:cmAuthor id="610" name="未知用户241" initials="未" lastIdx="1" clrIdx="0"/>
  <p:cmAuthor id="611" name="未知用户242" initials="未" lastIdx="1" clrIdx="0"/>
  <p:cmAuthor id="612" name="未知用户243" initials="未" lastIdx="1" clrIdx="0"/>
  <p:cmAuthor id="613" name="未知用户244" initials="未" lastIdx="1" clrIdx="0"/>
  <p:cmAuthor id="614" name="未知用户245" initials="未" lastIdx="1" clrIdx="0"/>
  <p:cmAuthor id="615" name="未知用户246" initials="未" lastIdx="1" clrIdx="1"/>
  <p:cmAuthor id="616" name="未知用户247" initials="未" lastIdx="7" clrIdx="0"/>
  <p:cmAuthor id="617" name="未知用户248" initials="未" lastIdx="3" clrIdx="0"/>
  <p:cmAuthor id="618" name="未知用户249" initials="未" lastIdx="1" clrIdx="0"/>
  <p:cmAuthor id="619" name="未知用户250" initials="未" lastIdx="0" clrIdx="0"/>
  <p:cmAuthor id="620" name="未知用户251" initials="未" lastIdx="9" clrIdx="0"/>
  <p:cmAuthor id="621" name="未知用户252" initials="未" lastIdx="1" clrIdx="0"/>
  <p:cmAuthor id="622" name="未知用户253" initials="未" lastIdx="1" clrIdx="0"/>
  <p:cmAuthor id="623" name="未知用户254" initials="未" lastIdx="2" clrIdx="0"/>
  <p:cmAuthor id="624" name="未知用户255" initials="未" lastIdx="1" clrIdx="0"/>
  <p:cmAuthor id="625" name="未知用户256" initials="未" lastIdx="1" clrIdx="0"/>
  <p:cmAuthor id="626" name="未知用户257" initials="未" lastIdx="0" clrIdx="0"/>
  <p:cmAuthor id="627" name="未知用户258" initials="未" lastIdx="1" clrIdx="0"/>
  <p:cmAuthor id="628" name="未知用户259" initials="未" lastIdx="1" clrIdx="1"/>
  <p:cmAuthor id="629" name="未知用户260" initials="未" lastIdx="1" clrIdx="0"/>
  <p:cmAuthor id="630" name="未知用户275" initials="未" lastIdx="1" clrIdx="0"/>
  <p:cmAuthor id="631" name="未知用户276" initials="未" lastIdx="2" clrIdx="0"/>
  <p:cmAuthor id="632" name="未知用户263" initials="未" lastIdx="2" clrIdx="0"/>
  <p:cmAuthor id="633" name="未知用户264" initials="未" lastIdx="3" clrIdx="0"/>
  <p:cmAuthor id="634" name="未知用户265" initials="未" lastIdx="22" clrIdx="0"/>
  <p:cmAuthor id="635" name="未知用户266" initials="未" lastIdx="1" clrIdx="1"/>
  <p:cmAuthor id="636" name="未知用户267" initials="未" lastIdx="1" clrIdx="0"/>
  <p:cmAuthor id="637" name="未知用户268" initials="未" lastIdx="1" clrIdx="35"/>
  <p:cmAuthor id="638" name="未知用户269" initials="未" lastIdx="1" clrIdx="0"/>
  <p:cmAuthor id="639" name="未知用户270" initials="未" lastIdx="0" clrIdx="0"/>
  <p:cmAuthor id="640" name="未知用户193" initials="未" lastIdx="2" clrIdx="0"/>
  <p:cmAuthor id="641" name="未知用户195" initials="未" lastIdx="22" clrIdx="0"/>
  <p:cmAuthor id="642" name="未知用户196" initials="未" lastIdx="1" clrIdx="0"/>
  <p:cmAuthor id="643" name="未知用户358" initials="未" lastIdx="1" clrIdx="0"/>
  <p:cmAuthor id="644" name="未知用户359" initials="未" lastIdx="1" clrIdx="0"/>
  <p:cmAuthor id="645" name="未知用户360" initials="未" lastIdx="10" clrIdx="0"/>
  <p:cmAuthor id="646" name="未知用户361" initials="未" lastIdx="1" clrIdx="0"/>
  <p:cmAuthor id="708433798" name="jialuo" initials="j" lastIdx="0" clrIdx="0"/>
  <p:cmAuthor id="647" name="未知用户364" initials="未" lastIdx="2" clrIdx="0"/>
  <p:cmAuthor id="708433799" name="linovce" initials="l" lastIdx="1" clrIdx="708433798"/>
  <p:cmAuthor id="648" name="未知用户288" initials="未" lastIdx="1" clrIdx="0"/>
  <p:cmAuthor id="708433800" name="林润宇" initials="lry" lastIdx="22" clrIdx="708433799"/>
  <p:cmAuthor id="649" name="未知用户297" initials="未" lastIdx="1" clrIdx="0"/>
  <p:cmAuthor id="650" name="未知用户298" initials="未" lastIdx="1" clrIdx="1"/>
  <p:cmAuthor id="651" name="未知用户307" initials="未" lastIdx="7" clrIdx="0"/>
  <p:cmAuthor id="652" name="未知用户308" initials="未" lastIdx="3" clrIdx="0"/>
  <p:cmAuthor id="653" name="未知用户315" initials="未" lastIdx="1" clrIdx="0"/>
  <p:cmAuthor id="654" name="未知用户317" initials="未" lastIdx="0" clrIdx="0"/>
  <p:cmAuthor id="655" name="未知用户329" initials="未" lastIdx="9" clrIdx="0"/>
  <p:cmAuthor id="656" name="未知用户333" initials="未" lastIdx="1" clrIdx="0"/>
  <p:cmAuthor id="657" name="未知用户334" initials="未" lastIdx="1" clrIdx="0"/>
  <p:cmAuthor id="658" name="未知用户340" initials="未" lastIdx="2" clrIdx="0"/>
  <p:cmAuthor id="659" name="未知用户341" initials="未" lastIdx="1" clrIdx="0"/>
  <p:cmAuthor id="660" name="未知用户342" initials="未" lastIdx="1" clrIdx="0"/>
  <p:cmAuthor id="661" name="未知用户343" initials="未" lastIdx="0" clrIdx="0"/>
  <p:cmAuthor id="662" name="未知用户344" initials="未" lastIdx="1" clrIdx="0"/>
  <p:cmAuthor id="663" name="未知用户345" initials="未" lastIdx="1" clrIdx="1"/>
  <p:cmAuthor id="664" name="未知用户365" initials="未" lastIdx="1" clrIdx="0"/>
  <p:cmAuthor id="665" name="未知用户366" initials="未" lastIdx="1" clrIdx="0"/>
  <p:cmAuthor id="666" name="未知用户367" initials="未" lastIdx="2" clrIdx="0"/>
  <p:cmAuthor id="667" name="未知用户368" initials="未" lastIdx="2" clrIdx="0"/>
  <p:cmAuthor id="668" name="未知用户403" initials="未" lastIdx="1" clrIdx="0"/>
  <p:cmAuthor id="669" name="未知用户402" initials="未" lastIdx="1" clrIdx="0"/>
  <p:cmAuthor id="670" name="未知用户379" initials="未" lastIdx="10" clrIdx="0"/>
  <p:cmAuthor id="671" name="未知用户380" initials="未" lastIdx="1" clrIdx="0"/>
  <p:cmAuthor id="672" name="未知用户405" initials="未" lastIdx="2" clrIdx="0"/>
  <p:cmAuthor id="673" name="未知用户382" initials="未" lastIdx="1" clrIdx="0"/>
  <p:cmAuthor id="674" name="未知用户383" initials="未" lastIdx="1" clrIdx="0"/>
  <p:cmAuthor id="675" name="未知用户384" initials="未" lastIdx="1" clrIdx="1"/>
  <p:cmAuthor id="676" name="未知用户385" initials="未" lastIdx="7" clrIdx="0"/>
  <p:cmAuthor id="677" name="未知用户386" initials="未" lastIdx="3" clrIdx="0"/>
  <p:cmAuthor id="678" name="未知用户387" initials="未" lastIdx="1" clrIdx="0"/>
  <p:cmAuthor id="679" name="未知用户388" initials="未" lastIdx="0" clrIdx="0"/>
  <p:cmAuthor id="394525612" name="zheng kedan" initials="zk" lastIdx="1" clrIdx="41"/>
  <p:cmAuthor id="680" name="未知用户411" initials="未" lastIdx="1" clrIdx="0"/>
  <p:cmAuthor id="681" name="未知用户389" initials="未" lastIdx="9" clrIdx="0"/>
  <p:cmAuthor id="682" name="未知用户390" initials="未" lastIdx="1" clrIdx="0"/>
  <p:cmAuthor id="683" name="未知用户391" initials="未" lastIdx="1" clrIdx="0"/>
  <p:cmAuthor id="684" name="未知用户392" initials="未" lastIdx="2" clrIdx="0"/>
  <p:cmAuthor id="685" name="未知用户393" initials="未" lastIdx="1" clrIdx="0"/>
  <p:cmAuthor id="686" name="未知用户394" initials="未" lastIdx="1" clrIdx="0"/>
  <p:cmAuthor id="687" name="未知用户395" initials="未" lastIdx="0" clrIdx="0"/>
  <p:cmAuthor id="688" name="未知用户396" initials="未" lastIdx="1" clrIdx="0"/>
  <p:cmAuthor id="689" name="未知用户406" initials="未" lastIdx="1" clrIdx="0"/>
  <p:cmAuthor id="690" name="未知用户397" initials="未" lastIdx="1" clrIdx="1"/>
  <p:cmAuthor id="691" name="未知用户407" initials="未" lastIdx="1" clrIdx="0"/>
  <p:cmAuthor id="47245819" name="群智集" initials="群" lastIdx="0" clrIdx="0"/>
  <p:cmAuthor id="692" name="未知用户398" initials="未" lastIdx="1" clrIdx="0"/>
  <p:cmAuthor id="47245820" name="郏 鹏" initials="郏" lastIdx="1" clrIdx="16"/>
  <p:cmAuthor id="693" name="未知用户399" initials="未" lastIdx="1" clrIdx="0"/>
  <p:cmAuthor id="47245821" name="郏鹏" initials="M" lastIdx="1" clrIdx="17"/>
  <p:cmAuthor id="694" name="未知用户400" initials="未" lastIdx="2" clrIdx="0"/>
  <p:cmAuthor id="695" name="未知用户401" initials="未" lastIdx="2" clrIdx="0"/>
  <p:cmAuthor id="696" name="未知用户420" initials="未" lastIdx="1" clrIdx="0"/>
  <p:cmAuthor id="697" name="未知用户421" initials="未" lastIdx="1" clrIdx="0"/>
  <p:cmAuthor id="698" name="未知用户422" initials="未" lastIdx="10" clrIdx="0"/>
  <p:cmAuthor id="699" name="未知用户423" initials="未" lastIdx="1" clrIdx="0"/>
  <p:cmAuthor id="700" name="未知用户424" initials="未" lastIdx="2" clrIdx="0"/>
  <p:cmAuthor id="701" name="未知用户419" initials="未" lastIdx="2" clrIdx="0"/>
  <p:cmAuthor id="702" name="未知用户425" initials="未" lastIdx="1" clrIdx="0"/>
  <p:cmAuthor id="703" name="未知用户426" initials="未" lastIdx="1" clrIdx="0"/>
  <p:cmAuthor id="704" name="未知用户427" initials="未" lastIdx="1" clrIdx="1"/>
  <p:cmAuthor id="705" name="未知用户428" initials="未" lastIdx="7" clrIdx="0"/>
  <p:cmAuthor id="706" name="未知用户429" initials="未" lastIdx="3" clrIdx="0"/>
  <p:cmAuthor id="707" name="未知用户430" initials="未" lastIdx="1" clrIdx="0"/>
  <p:cmAuthor id="708" name="未知用户431" initials="未" lastIdx="1" clrIdx="0"/>
  <p:cmAuthor id="709" name="未知用户432" initials="未" lastIdx="0" clrIdx="0"/>
  <p:cmAuthor id="710" name="未知用户433" initials="未" lastIdx="1" clrIdx="0"/>
  <p:cmAuthor id="711" name="未知用户434" initials="未" lastIdx="9" clrIdx="0"/>
  <p:cmAuthor id="712" name="未知用户435" initials="未" lastIdx="1" clrIdx="0"/>
  <p:cmAuthor id="713" name="未知用户436" initials="未" lastIdx="1" clrIdx="0"/>
  <p:cmAuthor id="714" name="未知用户437" initials="未" lastIdx="2" clrIdx="0"/>
  <p:cmAuthor id="715" name="未知用户438" initials="未" lastIdx="1" clrIdx="0"/>
  <p:cmAuthor id="716" name="未知用户417" initials="未" lastIdx="10" clrIdx="0"/>
  <p:cmAuthor id="717" name="未知用户439" initials="未" lastIdx="1" clrIdx="0"/>
  <p:cmAuthor id="718" name="未知用户440" initials="未" lastIdx="0" clrIdx="0"/>
  <p:cmAuthor id="719" name="未知用户441" initials="未" lastIdx="1" clrIdx="0"/>
  <p:cmAuthor id="720" name="未知用户442" initials="未" lastIdx="1" clrIdx="0"/>
  <p:cmAuthor id="721" name="未知用户443" initials="未" lastIdx="1" clrIdx="1"/>
  <p:cmAuthor id="722" name="未知用户444" initials="未" lastIdx="1" clrIdx="0"/>
  <p:cmAuthor id="723" name="未知用户445" initials="未" lastIdx="1" clrIdx="0"/>
  <p:cmAuthor id="724" name="未知用户446" initials="未" lastIdx="1" clrIdx="0"/>
  <p:cmAuthor id="725" name="未知用户447" initials="未" lastIdx="2" clrIdx="0"/>
  <p:cmAuthor id="726" name="未知用户448" initials="未" lastIdx="2" clrIdx="0"/>
  <p:cmAuthor id="49837071" name="YY" initials="Y" lastIdx="1" clrIdx="176"/>
  <p:cmAuthor id="737" name="HZS00" initials="H" lastIdx="1" clrIdx="454"/>
  <p:cmAuthor id="747" name="wenle369@sina.com" initials="w" lastIdx="1" clrIdx="0"/>
  <p:cmAuthor id="752" name="554154816@qq.com" initials="5" lastIdx="0" clrIdx="0"/>
  <p:cmAuthor id="753" name="未知用户192" initials="未" lastIdx="1" clrIdx="0"/>
  <p:cmAuthor id="755" name="未知用户418" initials="未" lastIdx="1" clrIdx="0"/>
  <p:cmAuthor id="756" name="未知用户271" initials="未" lastIdx="1" clrIdx="0"/>
  <p:cmAuthor id="459" name="未知的使用者227" initials="未" lastIdx="2" clrIdx="0"/>
  <p:cmAuthor id="462" name="未知的使用者229" initials="未" lastIdx="8" clrIdx="0"/>
  <p:cmAuthor id="464" name="未知的使用者231" initials="未" lastIdx="1" clrIdx="0"/>
  <p:cmAuthor id="467" name="未知的使用者234" initials="未" lastIdx="10" clrIdx="0"/>
  <p:cmAuthor id="468" name="未知的使用者235" initials="未" lastIdx="1" clrIdx="0"/>
  <p:cmAuthor id="492" name="未知的使用者217" initials="未" lastIdx="1" clrIdx="1"/>
  <p:cmAuthor id="494" name="未知的使用者219" initials="未" lastIdx="2" clrIdx="0"/>
  <p:cmAuthor id="504" name="未知的使用者130" initials="未" lastIdx="8" clrIdx="0"/>
  <p:cmAuthor id="505" name="未知的使用者131" initials="未" lastIdx="2" clrIdx="0"/>
  <p:cmAuthor id="506" name="未知的使用者132" initials="未" lastIdx="8" clrIdx="0"/>
  <p:cmAuthor id="507" name="未知的使用者164" initials="未" lastIdx="8" clrIdx="0"/>
  <p:cmAuthor id="508" name="未知的使用者172" initials="未" lastIdx="1" clrIdx="0"/>
  <p:cmAuthor id="377" name="未知的使用者149" initials="未" lastIdx="8" clrIdx="0"/>
  <p:cmAuthor id="8535702" name="曾蓓/贝贝" initials="曾" lastIdx="0" clrIdx="0"/>
  <p:cmAuthor id="415" name="未知用户36" initials="未" lastIdx="1" clrIdx="0"/>
  <p:cmAuthor id="518" name="alexw" initials="a" lastIdx="2" clrIdx="517"/>
  <p:cmAuthor id="554" name="piccotina" initials="p" lastIdx="1" clrIdx="553"/>
  <p:cmAuthor id="47245822" name="晓琳 李" initials="晓琳" lastIdx="1" clrIdx="40"/>
  <p:cmAuthor id="47245823" name="刘海娜|liuhaina" initials="W用" lastIdx="1" clrIdx="36"/>
  <p:cmAuthor id="691587977" name="丁华乐_qaMraEby" initials="authorId_616659736" lastIdx="0" clrIdx="0"/>
  <p:cmAuthor id="691587978" name="罗平_QfY3MnyU" initials="authorId_1512265542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E5B3"/>
    <a:srgbClr val="E7E6E6"/>
    <a:srgbClr val="E3F2D9"/>
    <a:srgbClr val="0070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1976"/>
        <p:guide pos="2792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  </a:t>
            </a:r>
            <a:r>
              <a:rPr lang="zh-CN" altLang="en-US"/>
              <a:t>传播路径还原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  </a:t>
            </a:r>
            <a:r>
              <a:rPr lang="zh-CN" altLang="en-US"/>
              <a:t>传播路径还原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  </a:t>
            </a:r>
            <a:r>
              <a:rPr lang="zh-CN" altLang="en-US"/>
              <a:t>传播路径还原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  </a:t>
            </a:r>
            <a:r>
              <a:rPr lang="zh-CN" altLang="en-US"/>
              <a:t>传播路径还原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  </a:t>
            </a:r>
            <a:r>
              <a:rPr lang="zh-CN" altLang="en-US"/>
              <a:t>传播路径还原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  </a:t>
            </a:r>
            <a:r>
              <a:rPr lang="zh-CN" altLang="en-US"/>
              <a:t>传播路径还原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476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5381" y="41913"/>
            <a:ext cx="1852173" cy="138905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01" y="5872815"/>
            <a:ext cx="1078328" cy="808704"/>
          </a:xfrm>
          <a:prstGeom prst="rect">
            <a:avLst/>
          </a:prstGeom>
        </p:spPr>
      </p:pic>
      <p:sp>
        <p:nvSpPr>
          <p:cNvPr id="14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685836" y="1334739"/>
            <a:ext cx="7772805" cy="457099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35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单击此处编辑内容</a:t>
            </a:r>
            <a:endParaRPr lang="zh-CN" altLang="en-US" dirty="0"/>
          </a:p>
        </p:txBody>
      </p:sp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85836" y="396345"/>
            <a:ext cx="6115369" cy="611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100" b="1">
                <a:solidFill>
                  <a:srgbClr val="0B85C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713422" y="6577375"/>
            <a:ext cx="395556" cy="1657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4173ED6-4A69-4FA8-8A09-51FC87ACF5D8}" type="slidenum">
              <a:rPr lang="zh-CN" altLang="en-US" sz="1080" b="1" smtClean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080" b="1" dirty="0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685836" y="1021976"/>
            <a:ext cx="6303638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8" Type="http://schemas.openxmlformats.org/officeDocument/2006/relationships/notesSlide" Target="../notesSlides/notesSlide1.xml"/><Relationship Id="rId27" Type="http://schemas.openxmlformats.org/officeDocument/2006/relationships/slideLayout" Target="../slideLayouts/slideLayout1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8" Type="http://schemas.openxmlformats.org/officeDocument/2006/relationships/notesSlide" Target="../notesSlides/notesSlide2.xml"/><Relationship Id="rId27" Type="http://schemas.openxmlformats.org/officeDocument/2006/relationships/slideLayout" Target="../slideLayouts/slideLayout1.xml"/><Relationship Id="rId26" Type="http://schemas.openxmlformats.org/officeDocument/2006/relationships/tags" Target="../tags/tag52.xml"/><Relationship Id="rId25" Type="http://schemas.openxmlformats.org/officeDocument/2006/relationships/tags" Target="../tags/tag51.xml"/><Relationship Id="rId24" Type="http://schemas.openxmlformats.org/officeDocument/2006/relationships/tags" Target="../tags/tag50.xml"/><Relationship Id="rId23" Type="http://schemas.openxmlformats.org/officeDocument/2006/relationships/tags" Target="../tags/tag49.xml"/><Relationship Id="rId22" Type="http://schemas.openxmlformats.org/officeDocument/2006/relationships/tags" Target="../tags/tag48.xml"/><Relationship Id="rId21" Type="http://schemas.openxmlformats.org/officeDocument/2006/relationships/tags" Target="../tags/tag47.xml"/><Relationship Id="rId20" Type="http://schemas.openxmlformats.org/officeDocument/2006/relationships/tags" Target="../tags/tag46.xml"/><Relationship Id="rId2" Type="http://schemas.openxmlformats.org/officeDocument/2006/relationships/tags" Target="../tags/tag28.xml"/><Relationship Id="rId19" Type="http://schemas.openxmlformats.org/officeDocument/2006/relationships/tags" Target="../tags/tag45.xml"/><Relationship Id="rId18" Type="http://schemas.openxmlformats.org/officeDocument/2006/relationships/tags" Target="../tags/tag44.xml"/><Relationship Id="rId17" Type="http://schemas.openxmlformats.org/officeDocument/2006/relationships/tags" Target="../tags/tag43.xml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2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5" Type="http://schemas.openxmlformats.org/officeDocument/2006/relationships/notesSlide" Target="../notesSlides/notesSlide3.xml"/><Relationship Id="rId34" Type="http://schemas.openxmlformats.org/officeDocument/2006/relationships/slideLayout" Target="../slideLayouts/slideLayout1.xml"/><Relationship Id="rId33" Type="http://schemas.openxmlformats.org/officeDocument/2006/relationships/tags" Target="../tags/tag85.xml"/><Relationship Id="rId32" Type="http://schemas.openxmlformats.org/officeDocument/2006/relationships/tags" Target="../tags/tag84.xml"/><Relationship Id="rId31" Type="http://schemas.openxmlformats.org/officeDocument/2006/relationships/tags" Target="../tags/tag83.xml"/><Relationship Id="rId30" Type="http://schemas.openxmlformats.org/officeDocument/2006/relationships/tags" Target="../tags/tag82.xml"/><Relationship Id="rId3" Type="http://schemas.openxmlformats.org/officeDocument/2006/relationships/tags" Target="../tags/tag55.xml"/><Relationship Id="rId29" Type="http://schemas.openxmlformats.org/officeDocument/2006/relationships/tags" Target="../tags/tag81.xml"/><Relationship Id="rId28" Type="http://schemas.openxmlformats.org/officeDocument/2006/relationships/tags" Target="../tags/tag80.xml"/><Relationship Id="rId27" Type="http://schemas.openxmlformats.org/officeDocument/2006/relationships/tags" Target="../tags/tag79.xml"/><Relationship Id="rId26" Type="http://schemas.openxmlformats.org/officeDocument/2006/relationships/tags" Target="../tags/tag78.xml"/><Relationship Id="rId25" Type="http://schemas.openxmlformats.org/officeDocument/2006/relationships/tags" Target="../tags/tag77.xml"/><Relationship Id="rId24" Type="http://schemas.openxmlformats.org/officeDocument/2006/relationships/tags" Target="../tags/tag76.xml"/><Relationship Id="rId23" Type="http://schemas.openxmlformats.org/officeDocument/2006/relationships/tags" Target="../tags/tag75.xml"/><Relationship Id="rId22" Type="http://schemas.openxmlformats.org/officeDocument/2006/relationships/tags" Target="../tags/tag74.xml"/><Relationship Id="rId21" Type="http://schemas.openxmlformats.org/officeDocument/2006/relationships/tags" Target="../tags/tag73.xml"/><Relationship Id="rId20" Type="http://schemas.openxmlformats.org/officeDocument/2006/relationships/tags" Target="../tags/tag72.xml"/><Relationship Id="rId2" Type="http://schemas.openxmlformats.org/officeDocument/2006/relationships/tags" Target="../tags/tag54.xml"/><Relationship Id="rId19" Type="http://schemas.openxmlformats.org/officeDocument/2006/relationships/tags" Target="../tags/tag71.xml"/><Relationship Id="rId18" Type="http://schemas.openxmlformats.org/officeDocument/2006/relationships/tags" Target="../tags/tag70.xml"/><Relationship Id="rId17" Type="http://schemas.openxmlformats.org/officeDocument/2006/relationships/tags" Target="../tags/tag69.xml"/><Relationship Id="rId16" Type="http://schemas.openxmlformats.org/officeDocument/2006/relationships/tags" Target="../tags/tag68.xml"/><Relationship Id="rId15" Type="http://schemas.openxmlformats.org/officeDocument/2006/relationships/tags" Target="../tags/tag67.xml"/><Relationship Id="rId14" Type="http://schemas.openxmlformats.org/officeDocument/2006/relationships/tags" Target="../tags/tag66.xml"/><Relationship Id="rId13" Type="http://schemas.openxmlformats.org/officeDocument/2006/relationships/tags" Target="../tags/tag65.xml"/><Relationship Id="rId12" Type="http://schemas.openxmlformats.org/officeDocument/2006/relationships/tags" Target="../tags/tag64.xml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tags" Target="../tags/tag5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5" Type="http://schemas.openxmlformats.org/officeDocument/2006/relationships/notesSlide" Target="../notesSlides/notesSlide4.xml"/><Relationship Id="rId34" Type="http://schemas.openxmlformats.org/officeDocument/2006/relationships/slideLayout" Target="../slideLayouts/slideLayout1.xml"/><Relationship Id="rId33" Type="http://schemas.openxmlformats.org/officeDocument/2006/relationships/tags" Target="../tags/tag118.xml"/><Relationship Id="rId32" Type="http://schemas.openxmlformats.org/officeDocument/2006/relationships/tags" Target="../tags/tag117.xml"/><Relationship Id="rId31" Type="http://schemas.openxmlformats.org/officeDocument/2006/relationships/tags" Target="../tags/tag116.xml"/><Relationship Id="rId30" Type="http://schemas.openxmlformats.org/officeDocument/2006/relationships/tags" Target="../tags/tag115.xml"/><Relationship Id="rId3" Type="http://schemas.openxmlformats.org/officeDocument/2006/relationships/tags" Target="../tags/tag88.xml"/><Relationship Id="rId29" Type="http://schemas.openxmlformats.org/officeDocument/2006/relationships/tags" Target="../tags/tag114.xml"/><Relationship Id="rId28" Type="http://schemas.openxmlformats.org/officeDocument/2006/relationships/tags" Target="../tags/tag113.xml"/><Relationship Id="rId27" Type="http://schemas.openxmlformats.org/officeDocument/2006/relationships/tags" Target="../tags/tag112.xml"/><Relationship Id="rId26" Type="http://schemas.openxmlformats.org/officeDocument/2006/relationships/tags" Target="../tags/tag111.xml"/><Relationship Id="rId25" Type="http://schemas.openxmlformats.org/officeDocument/2006/relationships/tags" Target="../tags/tag110.xml"/><Relationship Id="rId24" Type="http://schemas.openxmlformats.org/officeDocument/2006/relationships/tags" Target="../tags/tag109.xml"/><Relationship Id="rId23" Type="http://schemas.openxmlformats.org/officeDocument/2006/relationships/tags" Target="../tags/tag108.xml"/><Relationship Id="rId22" Type="http://schemas.openxmlformats.org/officeDocument/2006/relationships/tags" Target="../tags/tag107.xml"/><Relationship Id="rId21" Type="http://schemas.openxmlformats.org/officeDocument/2006/relationships/tags" Target="../tags/tag106.xml"/><Relationship Id="rId20" Type="http://schemas.openxmlformats.org/officeDocument/2006/relationships/tags" Target="../tags/tag105.xml"/><Relationship Id="rId2" Type="http://schemas.openxmlformats.org/officeDocument/2006/relationships/tags" Target="../tags/tag87.xml"/><Relationship Id="rId19" Type="http://schemas.openxmlformats.org/officeDocument/2006/relationships/tags" Target="../tags/tag104.xml"/><Relationship Id="rId18" Type="http://schemas.openxmlformats.org/officeDocument/2006/relationships/tags" Target="../tags/tag103.xml"/><Relationship Id="rId17" Type="http://schemas.openxmlformats.org/officeDocument/2006/relationships/tags" Target="../tags/tag102.xml"/><Relationship Id="rId16" Type="http://schemas.openxmlformats.org/officeDocument/2006/relationships/tags" Target="../tags/tag101.xml"/><Relationship Id="rId15" Type="http://schemas.openxmlformats.org/officeDocument/2006/relationships/tags" Target="../tags/tag100.xml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tags" Target="../tags/tag8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7" Type="http://schemas.openxmlformats.org/officeDocument/2006/relationships/notesSlide" Target="../notesSlides/notesSlide5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33.xml"/><Relationship Id="rId14" Type="http://schemas.openxmlformats.org/officeDocument/2006/relationships/tags" Target="../tags/tag132.xml"/><Relationship Id="rId13" Type="http://schemas.openxmlformats.org/officeDocument/2006/relationships/tags" Target="../tags/tag131.xml"/><Relationship Id="rId12" Type="http://schemas.openxmlformats.org/officeDocument/2006/relationships/tags" Target="../tags/tag130.xml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tags" Target="../tags/tag11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42.xml"/><Relationship Id="rId8" Type="http://schemas.openxmlformats.org/officeDocument/2006/relationships/tags" Target="../tags/tag141.xml"/><Relationship Id="rId7" Type="http://schemas.openxmlformats.org/officeDocument/2006/relationships/tags" Target="../tags/tag140.x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7" Type="http://schemas.openxmlformats.org/officeDocument/2006/relationships/notesSlide" Target="../notesSlides/notesSlide6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48.xml"/><Relationship Id="rId14" Type="http://schemas.openxmlformats.org/officeDocument/2006/relationships/tags" Target="../tags/tag147.xml"/><Relationship Id="rId13" Type="http://schemas.openxmlformats.org/officeDocument/2006/relationships/tags" Target="../tags/tag146.xml"/><Relationship Id="rId12" Type="http://schemas.openxmlformats.org/officeDocument/2006/relationships/tags" Target="../tags/tag145.xml"/><Relationship Id="rId11" Type="http://schemas.openxmlformats.org/officeDocument/2006/relationships/tags" Target="../tags/tag144.xml"/><Relationship Id="rId10" Type="http://schemas.openxmlformats.org/officeDocument/2006/relationships/tags" Target="../tags/tag143.xml"/><Relationship Id="rId1" Type="http://schemas.openxmlformats.org/officeDocument/2006/relationships/tags" Target="../tags/tag13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55.xml"/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tags" Target="../tags/tag14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40"/>
          <p:cNvSpPr/>
          <p:nvPr>
            <p:custDataLst>
              <p:tags r:id="rId1"/>
            </p:custDataLst>
          </p:nvPr>
        </p:nvSpPr>
        <p:spPr>
          <a:xfrm>
            <a:off x="394335" y="2551430"/>
            <a:ext cx="875030" cy="467360"/>
          </a:xfrm>
          <a:prstGeom prst="rect">
            <a:avLst/>
          </a:prstGeom>
          <a:solidFill>
            <a:srgbClr val="0070B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 defTabSz="914400"/>
            <a:r>
              <a:rPr kumimoji="1" lang="zh-CN" altLang="en-US" sz="1000" b="1" kern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实体建模层</a:t>
            </a:r>
            <a:endParaRPr kumimoji="1" lang="zh-CN" altLang="en-US" sz="1000" b="1" kern="0" dirty="0"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矩形 28"/>
          <p:cNvSpPr/>
          <p:nvPr>
            <p:custDataLst>
              <p:tags r:id="rId2"/>
            </p:custDataLst>
          </p:nvPr>
        </p:nvSpPr>
        <p:spPr>
          <a:xfrm>
            <a:off x="1318260" y="2551430"/>
            <a:ext cx="7456170" cy="467360"/>
          </a:xfrm>
          <a:prstGeom prst="rect">
            <a:avLst/>
          </a:prstGeom>
          <a:solidFill>
            <a:srgbClr val="CCECFF">
              <a:alpha val="50000"/>
            </a:srgb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              </a:t>
            </a:r>
            <a:endParaRPr kumimoji="0" lang="en-US" altLang="zh-CN" sz="5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左箭头 6"/>
          <p:cNvSpPr/>
          <p:nvPr>
            <p:custDataLst>
              <p:tags r:id="rId3"/>
            </p:custDataLst>
          </p:nvPr>
        </p:nvSpPr>
        <p:spPr>
          <a:xfrm rot="5400000" flipV="1">
            <a:off x="4943475" y="2361565"/>
            <a:ext cx="179070" cy="201930"/>
          </a:xfrm>
          <a:prstGeom prst="leftArrow">
            <a:avLst/>
          </a:prstGeom>
          <a:gradFill>
            <a:gsLst>
              <a:gs pos="0">
                <a:srgbClr val="8CD5FB"/>
              </a:gs>
              <a:gs pos="100000">
                <a:srgbClr val="0641F5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/>
          </a:p>
        </p:txBody>
      </p:sp>
      <p:sp>
        <p:nvSpPr>
          <p:cNvPr id="22" name="Rectangle 240"/>
          <p:cNvSpPr/>
          <p:nvPr>
            <p:custDataLst>
              <p:tags r:id="rId4"/>
            </p:custDataLst>
          </p:nvPr>
        </p:nvSpPr>
        <p:spPr>
          <a:xfrm>
            <a:off x="2843530" y="2710815"/>
            <a:ext cx="1544955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entity_set</a:t>
            </a:r>
            <a:endParaRPr kumimoji="1" lang="en-US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Rectangle 240"/>
          <p:cNvSpPr/>
          <p:nvPr>
            <p:custDataLst>
              <p:tags r:id="rId5"/>
            </p:custDataLst>
          </p:nvPr>
        </p:nvSpPr>
        <p:spPr>
          <a:xfrm>
            <a:off x="5652135" y="2698750"/>
            <a:ext cx="1544955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entity_set_link</a:t>
            </a:r>
            <a:endParaRPr kumimoji="1" lang="en-US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" name="左箭头 29"/>
          <p:cNvSpPr/>
          <p:nvPr>
            <p:custDataLst>
              <p:tags r:id="rId6"/>
            </p:custDataLst>
          </p:nvPr>
        </p:nvSpPr>
        <p:spPr>
          <a:xfrm rot="5400000" flipV="1">
            <a:off x="4932045" y="3018790"/>
            <a:ext cx="202565" cy="201930"/>
          </a:xfrm>
          <a:prstGeom prst="leftArrow">
            <a:avLst/>
          </a:prstGeom>
          <a:gradFill>
            <a:gsLst>
              <a:gs pos="0">
                <a:srgbClr val="8CD5FB"/>
              </a:gs>
              <a:gs pos="100000">
                <a:srgbClr val="0641F5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/>
          </a:p>
        </p:txBody>
      </p:sp>
      <p:sp>
        <p:nvSpPr>
          <p:cNvPr id="4" name="Rectangle 240"/>
          <p:cNvSpPr/>
          <p:nvPr>
            <p:custDataLst>
              <p:tags r:id="rId7"/>
            </p:custDataLst>
          </p:nvPr>
        </p:nvSpPr>
        <p:spPr>
          <a:xfrm>
            <a:off x="394335" y="3219450"/>
            <a:ext cx="875030" cy="467360"/>
          </a:xfrm>
          <a:prstGeom prst="rect">
            <a:avLst/>
          </a:prstGeom>
          <a:solidFill>
            <a:srgbClr val="0070B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 defTabSz="914400"/>
            <a:r>
              <a:rPr kumimoji="1" lang="zh-CN" altLang="en-US" sz="1000" b="1" kern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数据映射层</a:t>
            </a:r>
            <a:endParaRPr kumimoji="1" lang="zh-CN" altLang="en-US" sz="1000" b="1" kern="0" dirty="0"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28"/>
          <p:cNvSpPr/>
          <p:nvPr>
            <p:custDataLst>
              <p:tags r:id="rId8"/>
            </p:custDataLst>
          </p:nvPr>
        </p:nvSpPr>
        <p:spPr>
          <a:xfrm>
            <a:off x="1318260" y="3219450"/>
            <a:ext cx="7456170" cy="467360"/>
          </a:xfrm>
          <a:prstGeom prst="rect">
            <a:avLst/>
          </a:prstGeom>
          <a:solidFill>
            <a:srgbClr val="CCECFF">
              <a:alpha val="50000"/>
            </a:srgb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              </a:t>
            </a:r>
            <a:endParaRPr kumimoji="0" lang="en-US" altLang="zh-CN" sz="5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240"/>
          <p:cNvSpPr/>
          <p:nvPr>
            <p:custDataLst>
              <p:tags r:id="rId9"/>
            </p:custDataLst>
          </p:nvPr>
        </p:nvSpPr>
        <p:spPr>
          <a:xfrm>
            <a:off x="1840230" y="3383280"/>
            <a:ext cx="1162050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altLang="zh-CN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data_link</a:t>
            </a:r>
            <a:endParaRPr kumimoji="1" lang="en-US" altLang="zh-CN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9" name="Rectangle 240"/>
          <p:cNvSpPr/>
          <p:nvPr>
            <p:custDataLst>
              <p:tags r:id="rId10"/>
            </p:custDataLst>
          </p:nvPr>
        </p:nvSpPr>
        <p:spPr>
          <a:xfrm>
            <a:off x="394335" y="1203325"/>
            <a:ext cx="875030" cy="467360"/>
          </a:xfrm>
          <a:prstGeom prst="rect">
            <a:avLst/>
          </a:prstGeom>
          <a:solidFill>
            <a:srgbClr val="0070B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 defTabSz="914400"/>
            <a:r>
              <a:rPr kumimoji="1" lang="zh-CN" altLang="en-US" sz="1000" b="1" kern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应用编排层</a:t>
            </a:r>
            <a:endParaRPr kumimoji="1" lang="zh-CN" altLang="en-US" sz="1000" b="1" kern="0" dirty="0"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矩形 28"/>
          <p:cNvSpPr/>
          <p:nvPr>
            <p:custDataLst>
              <p:tags r:id="rId11"/>
            </p:custDataLst>
          </p:nvPr>
        </p:nvSpPr>
        <p:spPr>
          <a:xfrm>
            <a:off x="1318260" y="1203325"/>
            <a:ext cx="7456170" cy="467360"/>
          </a:xfrm>
          <a:prstGeom prst="rect">
            <a:avLst/>
          </a:prstGeom>
          <a:solidFill>
            <a:srgbClr val="CCECFF">
              <a:alpha val="50000"/>
            </a:srgb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              </a:t>
            </a:r>
            <a:endParaRPr kumimoji="0" lang="en-US" altLang="zh-CN" sz="5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ectangle 240"/>
          <p:cNvSpPr/>
          <p:nvPr>
            <p:custDataLst>
              <p:tags r:id="rId12"/>
            </p:custDataLst>
          </p:nvPr>
        </p:nvSpPr>
        <p:spPr>
          <a:xfrm>
            <a:off x="2629535" y="1367155"/>
            <a:ext cx="1544955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explorer</a:t>
            </a:r>
            <a:endParaRPr kumimoji="1" lang="en-US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3" name="Rectangle 240"/>
          <p:cNvSpPr/>
          <p:nvPr>
            <p:custDataLst>
              <p:tags r:id="rId13"/>
            </p:custDataLst>
          </p:nvPr>
        </p:nvSpPr>
        <p:spPr>
          <a:xfrm>
            <a:off x="4280535" y="1367155"/>
            <a:ext cx="1544955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explorer_link</a:t>
            </a:r>
            <a:endParaRPr kumimoji="1" lang="en-US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4" name="Rectangle 240"/>
          <p:cNvSpPr/>
          <p:nvPr>
            <p:custDataLst>
              <p:tags r:id="rId14"/>
            </p:custDataLst>
          </p:nvPr>
        </p:nvSpPr>
        <p:spPr>
          <a:xfrm>
            <a:off x="5940425" y="1367155"/>
            <a:ext cx="1544955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runbook_set</a:t>
            </a:r>
            <a:endParaRPr kumimoji="1" lang="en-US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6" name="左箭头 45"/>
          <p:cNvSpPr/>
          <p:nvPr>
            <p:custDataLst>
              <p:tags r:id="rId15"/>
            </p:custDataLst>
          </p:nvPr>
        </p:nvSpPr>
        <p:spPr>
          <a:xfrm rot="5400000" flipV="1">
            <a:off x="4932045" y="1670685"/>
            <a:ext cx="202565" cy="201930"/>
          </a:xfrm>
          <a:prstGeom prst="leftArrow">
            <a:avLst/>
          </a:prstGeom>
          <a:gradFill>
            <a:gsLst>
              <a:gs pos="0">
                <a:srgbClr val="8CD5FB"/>
              </a:gs>
              <a:gs pos="100000">
                <a:srgbClr val="0641F5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/>
          </a:p>
        </p:txBody>
      </p:sp>
      <p:sp>
        <p:nvSpPr>
          <p:cNvPr id="47" name="Rectangle 240"/>
          <p:cNvSpPr/>
          <p:nvPr>
            <p:custDataLst>
              <p:tags r:id="rId16"/>
            </p:custDataLst>
          </p:nvPr>
        </p:nvSpPr>
        <p:spPr>
          <a:xfrm>
            <a:off x="394335" y="1871345"/>
            <a:ext cx="875030" cy="467360"/>
          </a:xfrm>
          <a:prstGeom prst="rect">
            <a:avLst/>
          </a:prstGeom>
          <a:solidFill>
            <a:srgbClr val="0070B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 defTabSz="914400"/>
            <a:r>
              <a:rPr kumimoji="1" lang="zh-CN" altLang="en-US" sz="1000" b="1" kern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观测挂载层</a:t>
            </a:r>
            <a:endParaRPr kumimoji="1" lang="zh-CN" altLang="en-US" sz="1000" b="1" kern="0" dirty="0"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矩形 28"/>
          <p:cNvSpPr/>
          <p:nvPr>
            <p:custDataLst>
              <p:tags r:id="rId17"/>
            </p:custDataLst>
          </p:nvPr>
        </p:nvSpPr>
        <p:spPr>
          <a:xfrm>
            <a:off x="1318260" y="1871345"/>
            <a:ext cx="7456170" cy="467360"/>
          </a:xfrm>
          <a:prstGeom prst="rect">
            <a:avLst/>
          </a:prstGeom>
          <a:solidFill>
            <a:srgbClr val="CCECFF">
              <a:alpha val="50000"/>
            </a:srgb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              </a:t>
            </a:r>
            <a:endParaRPr kumimoji="0" lang="en-US" altLang="zh-CN" sz="5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ectangle 240"/>
          <p:cNvSpPr/>
          <p:nvPr>
            <p:custDataLst>
              <p:tags r:id="rId18"/>
            </p:custDataLst>
          </p:nvPr>
        </p:nvSpPr>
        <p:spPr>
          <a:xfrm>
            <a:off x="7020560" y="3383280"/>
            <a:ext cx="1162050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altLang="zh-CN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trace_store</a:t>
            </a:r>
            <a:endParaRPr kumimoji="1" lang="en-US" altLang="zh-CN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4" name="Rectangle 240"/>
          <p:cNvSpPr/>
          <p:nvPr>
            <p:custDataLst>
              <p:tags r:id="rId19"/>
            </p:custDataLst>
          </p:nvPr>
        </p:nvSpPr>
        <p:spPr>
          <a:xfrm>
            <a:off x="5723890" y="3383280"/>
            <a:ext cx="1162050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altLang="zh-CN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log_store</a:t>
            </a:r>
            <a:endParaRPr kumimoji="1" lang="en-US" altLang="zh-CN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5" name="Rectangle 240"/>
          <p:cNvSpPr/>
          <p:nvPr>
            <p:custDataLst>
              <p:tags r:id="rId20"/>
            </p:custDataLst>
          </p:nvPr>
        </p:nvSpPr>
        <p:spPr>
          <a:xfrm>
            <a:off x="4427220" y="3383280"/>
            <a:ext cx="1162050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altLang="zh-CN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metric_store</a:t>
            </a:r>
            <a:endParaRPr kumimoji="1" lang="en-US" altLang="zh-CN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6" name="Rectangle 240"/>
          <p:cNvSpPr/>
          <p:nvPr>
            <p:custDataLst>
              <p:tags r:id="rId21"/>
            </p:custDataLst>
          </p:nvPr>
        </p:nvSpPr>
        <p:spPr>
          <a:xfrm>
            <a:off x="3131185" y="3383280"/>
            <a:ext cx="1162050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altLang="zh-CN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storage_link</a:t>
            </a:r>
            <a:endParaRPr kumimoji="1" lang="en-US" altLang="zh-CN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7" name="Rectangle 240"/>
          <p:cNvSpPr/>
          <p:nvPr>
            <p:custDataLst>
              <p:tags r:id="rId22"/>
            </p:custDataLst>
          </p:nvPr>
        </p:nvSpPr>
        <p:spPr>
          <a:xfrm>
            <a:off x="1835785" y="2020570"/>
            <a:ext cx="1162050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altLang="zh-CN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metric_set</a:t>
            </a:r>
            <a:endParaRPr kumimoji="1" lang="en-US" altLang="zh-CN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8" name="Rectangle 240"/>
          <p:cNvSpPr/>
          <p:nvPr>
            <p:custDataLst>
              <p:tags r:id="rId23"/>
            </p:custDataLst>
          </p:nvPr>
        </p:nvSpPr>
        <p:spPr>
          <a:xfrm>
            <a:off x="7016115" y="2020570"/>
            <a:ext cx="1162050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altLang="zh-CN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profile_set</a:t>
            </a:r>
            <a:endParaRPr kumimoji="1" lang="en-US" altLang="zh-CN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9" name="Rectangle 240"/>
          <p:cNvSpPr/>
          <p:nvPr>
            <p:custDataLst>
              <p:tags r:id="rId24"/>
            </p:custDataLst>
          </p:nvPr>
        </p:nvSpPr>
        <p:spPr>
          <a:xfrm>
            <a:off x="5719445" y="2020570"/>
            <a:ext cx="1162050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altLang="zh-CN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event_set</a:t>
            </a:r>
            <a:endParaRPr kumimoji="1" lang="en-US" altLang="zh-CN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0" name="Rectangle 240"/>
          <p:cNvSpPr/>
          <p:nvPr>
            <p:custDataLst>
              <p:tags r:id="rId25"/>
            </p:custDataLst>
          </p:nvPr>
        </p:nvSpPr>
        <p:spPr>
          <a:xfrm>
            <a:off x="4422775" y="2020570"/>
            <a:ext cx="1162050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altLang="zh-CN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trace_set</a:t>
            </a:r>
            <a:endParaRPr kumimoji="1" lang="en-US" altLang="zh-CN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1" name="Rectangle 240"/>
          <p:cNvSpPr/>
          <p:nvPr>
            <p:custDataLst>
              <p:tags r:id="rId26"/>
            </p:custDataLst>
          </p:nvPr>
        </p:nvSpPr>
        <p:spPr>
          <a:xfrm>
            <a:off x="3126740" y="2020570"/>
            <a:ext cx="1162050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altLang="zh-CN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log_set</a:t>
            </a:r>
            <a:endParaRPr kumimoji="1" lang="en-US" altLang="zh-CN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22575" y="4149090"/>
            <a:ext cx="4448175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1. 实体语义建模层</a:t>
            </a:r>
            <a:endParaRPr lang="zh-CN" altLang="en-US" sz="1200"/>
          </a:p>
          <a:p>
            <a:r>
              <a:rPr lang="zh-CN" altLang="en-US" sz="1200"/>
              <a:t>定义 4A 世界里有哪些对象、对象之间有什么关系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/>
              <a:t>2. 观测语义挂载层</a:t>
            </a:r>
            <a:endParaRPr lang="zh-CN" altLang="en-US" sz="1200"/>
          </a:p>
          <a:p>
            <a:r>
              <a:rPr lang="zh-CN" altLang="en-US" sz="1200"/>
              <a:t>定义 指标、日志、链路、事件等运行态数据如何挂到实体上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/>
              <a:t>3. 数据连接映射层</a:t>
            </a:r>
            <a:endParaRPr lang="zh-CN" altLang="en-US" sz="1200"/>
          </a:p>
          <a:p>
            <a:r>
              <a:rPr lang="zh-CN" altLang="en-US" sz="1200"/>
              <a:t>定义 语义层与底层采集、存储、数据源之间如何打通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/>
              <a:t>4. 交互应用编排层</a:t>
            </a:r>
            <a:endParaRPr lang="zh-CN" altLang="en-US" sz="1200"/>
          </a:p>
          <a:p>
            <a:r>
              <a:rPr lang="zh-CN" altLang="en-US" sz="1200"/>
              <a:t>定义 用户如何看、如何查、如何分析、如何处置</a:t>
            </a:r>
            <a:endParaRPr lang="zh-CN" alt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40"/>
          <p:cNvSpPr/>
          <p:nvPr>
            <p:custDataLst>
              <p:tags r:id="rId1"/>
            </p:custDataLst>
          </p:nvPr>
        </p:nvSpPr>
        <p:spPr>
          <a:xfrm>
            <a:off x="394335" y="2551430"/>
            <a:ext cx="875030" cy="467360"/>
          </a:xfrm>
          <a:prstGeom prst="rect">
            <a:avLst/>
          </a:prstGeom>
          <a:solidFill>
            <a:srgbClr val="0070B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 defTabSz="914400"/>
            <a:r>
              <a:rPr kumimoji="1" lang="zh-CN" altLang="en-US" sz="1000" b="1" kern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实体建模层</a:t>
            </a:r>
            <a:endParaRPr kumimoji="1" lang="zh-CN" altLang="en-US" sz="1000" b="1" kern="0" dirty="0"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矩形 28"/>
          <p:cNvSpPr/>
          <p:nvPr>
            <p:custDataLst>
              <p:tags r:id="rId2"/>
            </p:custDataLst>
          </p:nvPr>
        </p:nvSpPr>
        <p:spPr>
          <a:xfrm>
            <a:off x="1318260" y="2551430"/>
            <a:ext cx="7456170" cy="467360"/>
          </a:xfrm>
          <a:prstGeom prst="rect">
            <a:avLst/>
          </a:prstGeom>
          <a:solidFill>
            <a:srgbClr val="CCECFF">
              <a:alpha val="50000"/>
            </a:srgb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              </a:t>
            </a:r>
            <a:endParaRPr kumimoji="0" lang="en-US" altLang="zh-CN" sz="5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左箭头 6"/>
          <p:cNvSpPr/>
          <p:nvPr>
            <p:custDataLst>
              <p:tags r:id="rId3"/>
            </p:custDataLst>
          </p:nvPr>
        </p:nvSpPr>
        <p:spPr>
          <a:xfrm rot="5400000" flipV="1">
            <a:off x="4943475" y="2361565"/>
            <a:ext cx="179070" cy="201930"/>
          </a:xfrm>
          <a:prstGeom prst="leftArrow">
            <a:avLst/>
          </a:prstGeom>
          <a:gradFill>
            <a:gsLst>
              <a:gs pos="0">
                <a:srgbClr val="8CD5FB"/>
              </a:gs>
              <a:gs pos="100000">
                <a:srgbClr val="0641F5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/>
          </a:p>
        </p:txBody>
      </p:sp>
      <p:sp>
        <p:nvSpPr>
          <p:cNvPr id="22" name="Rectangle 240"/>
          <p:cNvSpPr/>
          <p:nvPr>
            <p:custDataLst>
              <p:tags r:id="rId4"/>
            </p:custDataLst>
          </p:nvPr>
        </p:nvSpPr>
        <p:spPr>
          <a:xfrm>
            <a:off x="2843530" y="2710815"/>
            <a:ext cx="1544955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entity_set</a:t>
            </a:r>
            <a:endParaRPr kumimoji="1" lang="en-US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Rectangle 240"/>
          <p:cNvSpPr/>
          <p:nvPr>
            <p:custDataLst>
              <p:tags r:id="rId5"/>
            </p:custDataLst>
          </p:nvPr>
        </p:nvSpPr>
        <p:spPr>
          <a:xfrm>
            <a:off x="5652135" y="2698750"/>
            <a:ext cx="1544955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entity_set_link</a:t>
            </a:r>
            <a:endParaRPr kumimoji="1" lang="en-US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" name="左箭头 29"/>
          <p:cNvSpPr/>
          <p:nvPr>
            <p:custDataLst>
              <p:tags r:id="rId6"/>
            </p:custDataLst>
          </p:nvPr>
        </p:nvSpPr>
        <p:spPr>
          <a:xfrm rot="5400000" flipV="1">
            <a:off x="4932045" y="3018790"/>
            <a:ext cx="202565" cy="201930"/>
          </a:xfrm>
          <a:prstGeom prst="leftArrow">
            <a:avLst/>
          </a:prstGeom>
          <a:gradFill>
            <a:gsLst>
              <a:gs pos="0">
                <a:srgbClr val="8CD5FB"/>
              </a:gs>
              <a:gs pos="100000">
                <a:srgbClr val="0641F5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/>
          </a:p>
        </p:txBody>
      </p:sp>
      <p:sp>
        <p:nvSpPr>
          <p:cNvPr id="4" name="Rectangle 240"/>
          <p:cNvSpPr/>
          <p:nvPr>
            <p:custDataLst>
              <p:tags r:id="rId7"/>
            </p:custDataLst>
          </p:nvPr>
        </p:nvSpPr>
        <p:spPr>
          <a:xfrm>
            <a:off x="394335" y="3219450"/>
            <a:ext cx="875030" cy="467360"/>
          </a:xfrm>
          <a:prstGeom prst="rect">
            <a:avLst/>
          </a:prstGeom>
          <a:solidFill>
            <a:srgbClr val="0070B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 defTabSz="914400"/>
            <a:r>
              <a:rPr kumimoji="1" lang="zh-CN" altLang="en-US" sz="1000" b="1" kern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数据映射层</a:t>
            </a:r>
            <a:endParaRPr kumimoji="1" lang="zh-CN" altLang="en-US" sz="1000" b="1" kern="0" dirty="0"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28"/>
          <p:cNvSpPr/>
          <p:nvPr>
            <p:custDataLst>
              <p:tags r:id="rId8"/>
            </p:custDataLst>
          </p:nvPr>
        </p:nvSpPr>
        <p:spPr>
          <a:xfrm>
            <a:off x="1318260" y="3219450"/>
            <a:ext cx="7456170" cy="467360"/>
          </a:xfrm>
          <a:prstGeom prst="rect">
            <a:avLst/>
          </a:prstGeom>
          <a:solidFill>
            <a:srgbClr val="CCECFF">
              <a:alpha val="50000"/>
            </a:srgb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              </a:t>
            </a:r>
            <a:endParaRPr kumimoji="0" lang="en-US" altLang="zh-CN" sz="5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240"/>
          <p:cNvSpPr/>
          <p:nvPr>
            <p:custDataLst>
              <p:tags r:id="rId9"/>
            </p:custDataLst>
          </p:nvPr>
        </p:nvSpPr>
        <p:spPr>
          <a:xfrm>
            <a:off x="1840230" y="3383280"/>
            <a:ext cx="1162050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altLang="zh-CN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data_link</a:t>
            </a:r>
            <a:endParaRPr kumimoji="1" lang="en-US" altLang="zh-CN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9" name="Rectangle 240"/>
          <p:cNvSpPr/>
          <p:nvPr>
            <p:custDataLst>
              <p:tags r:id="rId10"/>
            </p:custDataLst>
          </p:nvPr>
        </p:nvSpPr>
        <p:spPr>
          <a:xfrm>
            <a:off x="394335" y="1203325"/>
            <a:ext cx="875030" cy="467360"/>
          </a:xfrm>
          <a:prstGeom prst="rect">
            <a:avLst/>
          </a:prstGeom>
          <a:solidFill>
            <a:srgbClr val="0070B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 defTabSz="914400"/>
            <a:r>
              <a:rPr kumimoji="1" lang="zh-CN" altLang="en-US" sz="1000" b="1" kern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应用编排层</a:t>
            </a:r>
            <a:endParaRPr kumimoji="1" lang="zh-CN" altLang="en-US" sz="1000" b="1" kern="0" dirty="0"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矩形 28"/>
          <p:cNvSpPr/>
          <p:nvPr>
            <p:custDataLst>
              <p:tags r:id="rId11"/>
            </p:custDataLst>
          </p:nvPr>
        </p:nvSpPr>
        <p:spPr>
          <a:xfrm>
            <a:off x="1318260" y="1203325"/>
            <a:ext cx="7456170" cy="467360"/>
          </a:xfrm>
          <a:prstGeom prst="rect">
            <a:avLst/>
          </a:prstGeom>
          <a:solidFill>
            <a:srgbClr val="CCECFF">
              <a:alpha val="50000"/>
            </a:srgb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              </a:t>
            </a:r>
            <a:endParaRPr kumimoji="0" lang="en-US" altLang="zh-CN" sz="5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ectangle 240"/>
          <p:cNvSpPr/>
          <p:nvPr>
            <p:custDataLst>
              <p:tags r:id="rId12"/>
            </p:custDataLst>
          </p:nvPr>
        </p:nvSpPr>
        <p:spPr>
          <a:xfrm>
            <a:off x="2629535" y="1367155"/>
            <a:ext cx="1544955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explorer</a:t>
            </a:r>
            <a:endParaRPr kumimoji="1" lang="en-US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3" name="Rectangle 240"/>
          <p:cNvSpPr/>
          <p:nvPr>
            <p:custDataLst>
              <p:tags r:id="rId13"/>
            </p:custDataLst>
          </p:nvPr>
        </p:nvSpPr>
        <p:spPr>
          <a:xfrm>
            <a:off x="4280535" y="1367155"/>
            <a:ext cx="1544955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explorer_link</a:t>
            </a:r>
            <a:endParaRPr kumimoji="1" lang="en-US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4" name="Rectangle 240"/>
          <p:cNvSpPr/>
          <p:nvPr>
            <p:custDataLst>
              <p:tags r:id="rId14"/>
            </p:custDataLst>
          </p:nvPr>
        </p:nvSpPr>
        <p:spPr>
          <a:xfrm>
            <a:off x="5940425" y="1367155"/>
            <a:ext cx="1544955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runbook_set</a:t>
            </a:r>
            <a:endParaRPr kumimoji="1" lang="en-US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6" name="左箭头 45"/>
          <p:cNvSpPr/>
          <p:nvPr>
            <p:custDataLst>
              <p:tags r:id="rId15"/>
            </p:custDataLst>
          </p:nvPr>
        </p:nvSpPr>
        <p:spPr>
          <a:xfrm rot="5400000" flipV="1">
            <a:off x="4932045" y="1670685"/>
            <a:ext cx="202565" cy="201930"/>
          </a:xfrm>
          <a:prstGeom prst="leftArrow">
            <a:avLst/>
          </a:prstGeom>
          <a:gradFill>
            <a:gsLst>
              <a:gs pos="0">
                <a:srgbClr val="8CD5FB"/>
              </a:gs>
              <a:gs pos="100000">
                <a:srgbClr val="0641F5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/>
          </a:p>
        </p:txBody>
      </p:sp>
      <p:sp>
        <p:nvSpPr>
          <p:cNvPr id="47" name="Rectangle 240"/>
          <p:cNvSpPr/>
          <p:nvPr>
            <p:custDataLst>
              <p:tags r:id="rId16"/>
            </p:custDataLst>
          </p:nvPr>
        </p:nvSpPr>
        <p:spPr>
          <a:xfrm>
            <a:off x="394335" y="1871345"/>
            <a:ext cx="875030" cy="467360"/>
          </a:xfrm>
          <a:prstGeom prst="rect">
            <a:avLst/>
          </a:prstGeom>
          <a:solidFill>
            <a:srgbClr val="0070B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 defTabSz="914400"/>
            <a:r>
              <a:rPr kumimoji="1" lang="zh-CN" altLang="en-US" sz="1000" b="1" kern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观测挂载层</a:t>
            </a:r>
            <a:endParaRPr kumimoji="1" lang="zh-CN" altLang="en-US" sz="1000" b="1" kern="0" dirty="0"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矩形 28"/>
          <p:cNvSpPr/>
          <p:nvPr>
            <p:custDataLst>
              <p:tags r:id="rId17"/>
            </p:custDataLst>
          </p:nvPr>
        </p:nvSpPr>
        <p:spPr>
          <a:xfrm>
            <a:off x="1318260" y="1871345"/>
            <a:ext cx="7456170" cy="467360"/>
          </a:xfrm>
          <a:prstGeom prst="rect">
            <a:avLst/>
          </a:prstGeom>
          <a:solidFill>
            <a:srgbClr val="CCECFF">
              <a:alpha val="50000"/>
            </a:srgb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              </a:t>
            </a:r>
            <a:endParaRPr kumimoji="0" lang="en-US" altLang="zh-CN" sz="5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ectangle 240"/>
          <p:cNvSpPr/>
          <p:nvPr>
            <p:custDataLst>
              <p:tags r:id="rId18"/>
            </p:custDataLst>
          </p:nvPr>
        </p:nvSpPr>
        <p:spPr>
          <a:xfrm>
            <a:off x="7020560" y="3383280"/>
            <a:ext cx="1162050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altLang="zh-CN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trace_store</a:t>
            </a:r>
            <a:endParaRPr kumimoji="1" lang="en-US" altLang="zh-CN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4" name="Rectangle 240"/>
          <p:cNvSpPr/>
          <p:nvPr>
            <p:custDataLst>
              <p:tags r:id="rId19"/>
            </p:custDataLst>
          </p:nvPr>
        </p:nvSpPr>
        <p:spPr>
          <a:xfrm>
            <a:off x="5723890" y="3383280"/>
            <a:ext cx="1162050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altLang="zh-CN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log_store</a:t>
            </a:r>
            <a:endParaRPr kumimoji="1" lang="en-US" altLang="zh-CN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5" name="Rectangle 240"/>
          <p:cNvSpPr/>
          <p:nvPr>
            <p:custDataLst>
              <p:tags r:id="rId20"/>
            </p:custDataLst>
          </p:nvPr>
        </p:nvSpPr>
        <p:spPr>
          <a:xfrm>
            <a:off x="4427220" y="3383280"/>
            <a:ext cx="1162050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altLang="zh-CN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metric_store</a:t>
            </a:r>
            <a:endParaRPr kumimoji="1" lang="en-US" altLang="zh-CN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6" name="Rectangle 240"/>
          <p:cNvSpPr/>
          <p:nvPr>
            <p:custDataLst>
              <p:tags r:id="rId21"/>
            </p:custDataLst>
          </p:nvPr>
        </p:nvSpPr>
        <p:spPr>
          <a:xfrm>
            <a:off x="3131185" y="3383280"/>
            <a:ext cx="1162050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altLang="zh-CN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storage_link</a:t>
            </a:r>
            <a:endParaRPr kumimoji="1" lang="en-US" altLang="zh-CN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7" name="Rectangle 240"/>
          <p:cNvSpPr/>
          <p:nvPr>
            <p:custDataLst>
              <p:tags r:id="rId22"/>
            </p:custDataLst>
          </p:nvPr>
        </p:nvSpPr>
        <p:spPr>
          <a:xfrm>
            <a:off x="1835785" y="2020570"/>
            <a:ext cx="1162050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altLang="zh-CN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metric_set</a:t>
            </a:r>
            <a:endParaRPr kumimoji="1" lang="en-US" altLang="zh-CN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8" name="Rectangle 240"/>
          <p:cNvSpPr/>
          <p:nvPr>
            <p:custDataLst>
              <p:tags r:id="rId23"/>
            </p:custDataLst>
          </p:nvPr>
        </p:nvSpPr>
        <p:spPr>
          <a:xfrm>
            <a:off x="7016115" y="2020570"/>
            <a:ext cx="1162050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altLang="zh-CN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profile_set</a:t>
            </a:r>
            <a:endParaRPr kumimoji="1" lang="en-US" altLang="zh-CN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9" name="Rectangle 240"/>
          <p:cNvSpPr/>
          <p:nvPr>
            <p:custDataLst>
              <p:tags r:id="rId24"/>
            </p:custDataLst>
          </p:nvPr>
        </p:nvSpPr>
        <p:spPr>
          <a:xfrm>
            <a:off x="5719445" y="2020570"/>
            <a:ext cx="1162050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altLang="zh-CN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event_set</a:t>
            </a:r>
            <a:endParaRPr kumimoji="1" lang="en-US" altLang="zh-CN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0" name="Rectangle 240"/>
          <p:cNvSpPr/>
          <p:nvPr>
            <p:custDataLst>
              <p:tags r:id="rId25"/>
            </p:custDataLst>
          </p:nvPr>
        </p:nvSpPr>
        <p:spPr>
          <a:xfrm>
            <a:off x="4422775" y="2020570"/>
            <a:ext cx="1162050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altLang="zh-CN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trace_set</a:t>
            </a:r>
            <a:endParaRPr kumimoji="1" lang="en-US" altLang="zh-CN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1" name="Rectangle 240"/>
          <p:cNvSpPr/>
          <p:nvPr>
            <p:custDataLst>
              <p:tags r:id="rId26"/>
            </p:custDataLst>
          </p:nvPr>
        </p:nvSpPr>
        <p:spPr>
          <a:xfrm>
            <a:off x="3126740" y="2020570"/>
            <a:ext cx="1162050" cy="18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altLang="zh-CN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log_set</a:t>
            </a:r>
            <a:endParaRPr kumimoji="1" lang="en-US" altLang="zh-CN" sz="12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/>
          <p:nvPr/>
        </p:nvGrpSpPr>
        <p:grpSpPr>
          <a:xfrm>
            <a:off x="527050" y="1062355"/>
            <a:ext cx="7923530" cy="3173095"/>
            <a:chOff x="491" y="1673"/>
            <a:chExt cx="12478" cy="4997"/>
          </a:xfrm>
        </p:grpSpPr>
        <p:sp>
          <p:nvSpPr>
            <p:cNvPr id="2" name="Rectangle 240"/>
            <p:cNvSpPr/>
            <p:nvPr>
              <p:custDataLst>
                <p:tags r:id="rId1"/>
              </p:custDataLst>
            </p:nvPr>
          </p:nvSpPr>
          <p:spPr>
            <a:xfrm>
              <a:off x="491" y="4922"/>
              <a:ext cx="1508" cy="736"/>
            </a:xfrm>
            <a:prstGeom prst="rect">
              <a:avLst/>
            </a:prstGeom>
            <a:solidFill>
              <a:srgbClr val="0070B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 defTabSz="914400"/>
              <a:r>
                <a:rPr kumimoji="1" lang="zh-CN" altLang="en-US" sz="1200" b="1" kern="0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数据处理层</a:t>
              </a:r>
              <a:endParaRPr kumimoji="1" lang="zh-CN" altLang="en-US" sz="1200" b="1" kern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" name="Rectangle 240"/>
            <p:cNvSpPr/>
            <p:nvPr>
              <p:custDataLst>
                <p:tags r:id="rId2"/>
              </p:custDataLst>
            </p:nvPr>
          </p:nvSpPr>
          <p:spPr>
            <a:xfrm>
              <a:off x="491" y="3306"/>
              <a:ext cx="1508" cy="134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 defTabSz="914400"/>
              <a:r>
                <a:rPr kumimoji="1" lang="zh-CN" altLang="en-US" sz="1200" b="1" kern="0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本体语义层</a:t>
              </a:r>
              <a:endParaRPr kumimoji="1" lang="zh-CN" altLang="en-US" sz="1200" b="1" kern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2" name="矩形 28"/>
            <p:cNvSpPr/>
            <p:nvPr>
              <p:custDataLst>
                <p:tags r:id="rId3"/>
              </p:custDataLst>
            </p:nvPr>
          </p:nvSpPr>
          <p:spPr>
            <a:xfrm>
              <a:off x="2076" y="4922"/>
              <a:ext cx="10870" cy="736"/>
            </a:xfrm>
            <a:prstGeom prst="rect">
              <a:avLst/>
            </a:prstGeom>
            <a:solidFill>
              <a:srgbClr val="CCECFF">
                <a:alpha val="50000"/>
              </a:srgbClr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                </a:t>
              </a:r>
              <a:endParaRPr kumimoji="0" lang="en-US" altLang="zh-CN" sz="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1" name="矩形 28"/>
            <p:cNvSpPr/>
            <p:nvPr>
              <p:custDataLst>
                <p:tags r:id="rId4"/>
              </p:custDataLst>
            </p:nvPr>
          </p:nvSpPr>
          <p:spPr>
            <a:xfrm>
              <a:off x="2076" y="3321"/>
              <a:ext cx="10872" cy="132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50000"/>
              </a:schemeClr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p>
              <a:pPr lvl="0" algn="ctr" defTabSz="45720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en-US" altLang="zh-CN" sz="600" kern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                  </a:t>
              </a:r>
              <a:endParaRPr lang="en-US" altLang="zh-CN" sz="600" kern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" name="左箭头 6"/>
            <p:cNvSpPr/>
            <p:nvPr>
              <p:custDataLst>
                <p:tags r:id="rId5"/>
              </p:custDataLst>
            </p:nvPr>
          </p:nvSpPr>
          <p:spPr>
            <a:xfrm rot="5400000" flipV="1">
              <a:off x="7347" y="4612"/>
              <a:ext cx="303" cy="318"/>
            </a:xfrm>
            <a:prstGeom prst="leftArrow">
              <a:avLst/>
            </a:prstGeom>
            <a:gradFill>
              <a:gsLst>
                <a:gs pos="0">
                  <a:srgbClr val="8CD5FB"/>
                </a:gs>
                <a:gs pos="100000">
                  <a:srgbClr val="0641F5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/>
            </a:p>
          </p:txBody>
        </p:sp>
        <p:sp>
          <p:nvSpPr>
            <p:cNvPr id="22" name="Rectangle 240"/>
            <p:cNvSpPr/>
            <p:nvPr>
              <p:custDataLst>
                <p:tags r:id="rId6"/>
              </p:custDataLst>
            </p:nvPr>
          </p:nvSpPr>
          <p:spPr>
            <a:xfrm>
              <a:off x="2203" y="5111"/>
              <a:ext cx="2433" cy="35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数据清洗处理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3" name="Rectangle 240"/>
            <p:cNvSpPr/>
            <p:nvPr>
              <p:custDataLst>
                <p:tags r:id="rId7"/>
              </p:custDataLst>
            </p:nvPr>
          </p:nvSpPr>
          <p:spPr>
            <a:xfrm>
              <a:off x="4927" y="5111"/>
              <a:ext cx="2433" cy="35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语义标准映射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6" name="Rectangle 240"/>
            <p:cNvSpPr/>
            <p:nvPr>
              <p:custDataLst>
                <p:tags r:id="rId8"/>
              </p:custDataLst>
            </p:nvPr>
          </p:nvSpPr>
          <p:spPr>
            <a:xfrm>
              <a:off x="7651" y="5111"/>
              <a:ext cx="2433" cy="35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实体识别处理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7" name="Rectangle 240"/>
            <p:cNvSpPr/>
            <p:nvPr>
              <p:custDataLst>
                <p:tags r:id="rId9"/>
              </p:custDataLst>
            </p:nvPr>
          </p:nvSpPr>
          <p:spPr>
            <a:xfrm>
              <a:off x="10375" y="5111"/>
              <a:ext cx="2433" cy="35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多源融合处理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1" name="左箭头 30"/>
            <p:cNvSpPr/>
            <p:nvPr>
              <p:custDataLst>
                <p:tags r:id="rId10"/>
              </p:custDataLst>
            </p:nvPr>
          </p:nvSpPr>
          <p:spPr>
            <a:xfrm rot="5400000" flipV="1">
              <a:off x="7337" y="2991"/>
              <a:ext cx="310" cy="318"/>
            </a:xfrm>
            <a:prstGeom prst="leftArrow">
              <a:avLst/>
            </a:prstGeom>
            <a:gradFill>
              <a:gsLst>
                <a:gs pos="0">
                  <a:srgbClr val="8CD5FB"/>
                </a:gs>
                <a:gs pos="100000">
                  <a:srgbClr val="0641F5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/>
            </a:p>
          </p:txBody>
        </p:sp>
        <p:sp>
          <p:nvSpPr>
            <p:cNvPr id="10" name="Rectangle 240"/>
            <p:cNvSpPr/>
            <p:nvPr>
              <p:custDataLst>
                <p:tags r:id="rId11"/>
              </p:custDataLst>
            </p:nvPr>
          </p:nvSpPr>
          <p:spPr>
            <a:xfrm>
              <a:off x="491" y="5934"/>
              <a:ext cx="1508" cy="736"/>
            </a:xfrm>
            <a:prstGeom prst="rect">
              <a:avLst/>
            </a:prstGeom>
            <a:solidFill>
              <a:srgbClr val="0070B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 defTabSz="914400"/>
              <a:r>
                <a:rPr kumimoji="1" lang="zh-CN" altLang="en-US" sz="1200" b="1" kern="0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数据接入层</a:t>
              </a:r>
              <a:endParaRPr kumimoji="1" lang="zh-CN" altLang="en-US" sz="1200" b="1" kern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矩形 28"/>
            <p:cNvSpPr/>
            <p:nvPr>
              <p:custDataLst>
                <p:tags r:id="rId12"/>
              </p:custDataLst>
            </p:nvPr>
          </p:nvSpPr>
          <p:spPr>
            <a:xfrm>
              <a:off x="2076" y="5934"/>
              <a:ext cx="10870" cy="736"/>
            </a:xfrm>
            <a:prstGeom prst="rect">
              <a:avLst/>
            </a:prstGeom>
            <a:solidFill>
              <a:srgbClr val="CCECFF">
                <a:alpha val="50000"/>
              </a:srgbClr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                </a:t>
              </a:r>
              <a:endParaRPr kumimoji="0" lang="en-US" altLang="zh-CN" sz="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左箭头 11"/>
            <p:cNvSpPr/>
            <p:nvPr>
              <p:custDataLst>
                <p:tags r:id="rId13"/>
              </p:custDataLst>
            </p:nvPr>
          </p:nvSpPr>
          <p:spPr>
            <a:xfrm rot="5400000" flipV="1">
              <a:off x="7347" y="5624"/>
              <a:ext cx="303" cy="318"/>
            </a:xfrm>
            <a:prstGeom prst="leftArrow">
              <a:avLst/>
            </a:prstGeom>
            <a:gradFill>
              <a:gsLst>
                <a:gs pos="0">
                  <a:srgbClr val="8CD5FB"/>
                </a:gs>
                <a:gs pos="100000">
                  <a:srgbClr val="0641F5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/>
            </a:p>
          </p:txBody>
        </p:sp>
        <p:sp>
          <p:nvSpPr>
            <p:cNvPr id="13" name="Rectangle 240"/>
            <p:cNvSpPr/>
            <p:nvPr>
              <p:custDataLst>
                <p:tags r:id="rId14"/>
              </p:custDataLst>
            </p:nvPr>
          </p:nvSpPr>
          <p:spPr>
            <a:xfrm>
              <a:off x="2203" y="6123"/>
              <a:ext cx="2433" cy="35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指标数据接入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4" name="Rectangle 240"/>
            <p:cNvSpPr/>
            <p:nvPr>
              <p:custDataLst>
                <p:tags r:id="rId15"/>
              </p:custDataLst>
            </p:nvPr>
          </p:nvSpPr>
          <p:spPr>
            <a:xfrm>
              <a:off x="4927" y="6123"/>
              <a:ext cx="2433" cy="35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日志数据接入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6" name="Rectangle 240"/>
            <p:cNvSpPr/>
            <p:nvPr>
              <p:custDataLst>
                <p:tags r:id="rId16"/>
              </p:custDataLst>
            </p:nvPr>
          </p:nvSpPr>
          <p:spPr>
            <a:xfrm>
              <a:off x="7651" y="6123"/>
              <a:ext cx="2433" cy="35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链路数据接入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8" name="Rectangle 240"/>
            <p:cNvSpPr/>
            <p:nvPr>
              <p:custDataLst>
                <p:tags r:id="rId17"/>
              </p:custDataLst>
            </p:nvPr>
          </p:nvSpPr>
          <p:spPr>
            <a:xfrm>
              <a:off x="10375" y="6123"/>
              <a:ext cx="2433" cy="35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资源数据接入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9" name="Rectangle 240"/>
            <p:cNvSpPr/>
            <p:nvPr>
              <p:custDataLst>
                <p:tags r:id="rId18"/>
              </p:custDataLst>
            </p:nvPr>
          </p:nvSpPr>
          <p:spPr>
            <a:xfrm>
              <a:off x="2203" y="4099"/>
              <a:ext cx="2433" cy="35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语义映射机制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4" name="Rectangle 240"/>
            <p:cNvSpPr/>
            <p:nvPr>
              <p:custDataLst>
                <p:tags r:id="rId19"/>
              </p:custDataLst>
            </p:nvPr>
          </p:nvSpPr>
          <p:spPr>
            <a:xfrm>
              <a:off x="4927" y="4099"/>
              <a:ext cx="2433" cy="35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规则推理能力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8" name="Rectangle 240"/>
            <p:cNvSpPr/>
            <p:nvPr>
              <p:custDataLst>
                <p:tags r:id="rId20"/>
              </p:custDataLst>
            </p:nvPr>
          </p:nvSpPr>
          <p:spPr>
            <a:xfrm>
              <a:off x="7651" y="4099"/>
              <a:ext cx="2433" cy="35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故障传播模型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9" name="Rectangle 240"/>
            <p:cNvSpPr/>
            <p:nvPr>
              <p:custDataLst>
                <p:tags r:id="rId21"/>
              </p:custDataLst>
            </p:nvPr>
          </p:nvSpPr>
          <p:spPr>
            <a:xfrm>
              <a:off x="10375" y="4099"/>
              <a:ext cx="2433" cy="35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lang="zh-CN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模型统一管理</a:t>
              </a:r>
              <a:endParaRPr kumimoji="1" lang="zh-CN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2" name="Rectangle 240"/>
            <p:cNvSpPr/>
            <p:nvPr>
              <p:custDataLst>
                <p:tags r:id="rId22"/>
              </p:custDataLst>
            </p:nvPr>
          </p:nvSpPr>
          <p:spPr>
            <a:xfrm>
              <a:off x="2203" y="3523"/>
              <a:ext cx="2433" cy="35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实体模型构建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3" name="Rectangle 240"/>
            <p:cNvSpPr/>
            <p:nvPr>
              <p:custDataLst>
                <p:tags r:id="rId23"/>
              </p:custDataLst>
            </p:nvPr>
          </p:nvSpPr>
          <p:spPr>
            <a:xfrm>
              <a:off x="4927" y="3523"/>
              <a:ext cx="2433" cy="35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关系模型构建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4" name="Rectangle 240"/>
            <p:cNvSpPr/>
            <p:nvPr>
              <p:custDataLst>
                <p:tags r:id="rId24"/>
              </p:custDataLst>
            </p:nvPr>
          </p:nvSpPr>
          <p:spPr>
            <a:xfrm>
              <a:off x="7651" y="3523"/>
              <a:ext cx="2433" cy="35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本体体系构建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6" name="Rectangle 240"/>
            <p:cNvSpPr/>
            <p:nvPr>
              <p:custDataLst>
                <p:tags r:id="rId25"/>
              </p:custDataLst>
            </p:nvPr>
          </p:nvSpPr>
          <p:spPr>
            <a:xfrm>
              <a:off x="10375" y="3523"/>
              <a:ext cx="2433" cy="35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语义规则定义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" name="Rectangle 240"/>
            <p:cNvSpPr/>
            <p:nvPr>
              <p:custDataLst>
                <p:tags r:id="rId26"/>
              </p:custDataLst>
            </p:nvPr>
          </p:nvSpPr>
          <p:spPr>
            <a:xfrm>
              <a:off x="512" y="1673"/>
              <a:ext cx="1508" cy="1340"/>
            </a:xfrm>
            <a:prstGeom prst="rect">
              <a:avLst/>
            </a:prstGeom>
            <a:solidFill>
              <a:srgbClr val="0070B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 defTabSz="914400"/>
              <a:r>
                <a:rPr kumimoji="1" lang="zh-CN" altLang="en-US" sz="1200" b="1" kern="0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场景能力层</a:t>
              </a:r>
              <a:endParaRPr kumimoji="1" lang="zh-CN" altLang="en-US" sz="1200" b="1" kern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矩形 28"/>
            <p:cNvSpPr/>
            <p:nvPr>
              <p:custDataLst>
                <p:tags r:id="rId27"/>
              </p:custDataLst>
            </p:nvPr>
          </p:nvSpPr>
          <p:spPr>
            <a:xfrm>
              <a:off x="2097" y="1688"/>
              <a:ext cx="10872" cy="132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50000"/>
              </a:schemeClr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                </a:t>
              </a:r>
              <a:endParaRPr kumimoji="0" lang="en-US" altLang="zh-CN" sz="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Rectangle 240"/>
            <p:cNvSpPr/>
            <p:nvPr>
              <p:custDataLst>
                <p:tags r:id="rId28"/>
              </p:custDataLst>
            </p:nvPr>
          </p:nvSpPr>
          <p:spPr>
            <a:xfrm>
              <a:off x="2224" y="1890"/>
              <a:ext cx="3213" cy="35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1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全栈统一监控与实时观测图谱</a:t>
              </a:r>
              <a:endParaRPr kumimoji="1" sz="11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0" name="Rectangle 240"/>
            <p:cNvSpPr/>
            <p:nvPr>
              <p:custDataLst>
                <p:tags r:id="rId29"/>
              </p:custDataLst>
            </p:nvPr>
          </p:nvSpPr>
          <p:spPr>
            <a:xfrm>
              <a:off x="2236" y="2427"/>
              <a:ext cx="3213" cy="35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告警关联与告警收敛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8" name="Rectangle 240"/>
            <p:cNvSpPr/>
            <p:nvPr>
              <p:custDataLst>
                <p:tags r:id="rId30"/>
              </p:custDataLst>
            </p:nvPr>
          </p:nvSpPr>
          <p:spPr>
            <a:xfrm>
              <a:off x="5885" y="1890"/>
              <a:ext cx="3213" cy="35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全链路故障分析能力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9" name="Rectangle 240"/>
            <p:cNvSpPr/>
            <p:nvPr>
              <p:custDataLst>
                <p:tags r:id="rId31"/>
              </p:custDataLst>
            </p:nvPr>
          </p:nvSpPr>
          <p:spPr>
            <a:xfrm>
              <a:off x="5897" y="2427"/>
              <a:ext cx="3213" cy="35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系统依赖拓扑自动生成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0" name="Rectangle 240"/>
            <p:cNvSpPr/>
            <p:nvPr>
              <p:custDataLst>
                <p:tags r:id="rId32"/>
              </p:custDataLst>
            </p:nvPr>
          </p:nvSpPr>
          <p:spPr>
            <a:xfrm>
              <a:off x="9546" y="1890"/>
              <a:ext cx="3213" cy="35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异常传播与影响面分析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1" name="Rectangle 240"/>
            <p:cNvSpPr/>
            <p:nvPr>
              <p:custDataLst>
                <p:tags r:id="rId33"/>
              </p:custDataLst>
            </p:nvPr>
          </p:nvSpPr>
          <p:spPr>
            <a:xfrm>
              <a:off x="9558" y="2427"/>
              <a:ext cx="3213" cy="35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智能异常检测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40"/>
          <p:cNvSpPr/>
          <p:nvPr>
            <p:custDataLst>
              <p:tags r:id="rId1"/>
            </p:custDataLst>
          </p:nvPr>
        </p:nvSpPr>
        <p:spPr>
          <a:xfrm>
            <a:off x="388620" y="3125470"/>
            <a:ext cx="880745" cy="467360"/>
          </a:xfrm>
          <a:prstGeom prst="rect">
            <a:avLst/>
          </a:prstGeom>
          <a:solidFill>
            <a:srgbClr val="0070B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 defTabSz="914400"/>
            <a:r>
              <a:rPr kumimoji="1" lang="zh-CN" altLang="en-US" sz="900" b="1" kern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kumimoji="1" lang="zh-CN" altLang="en-US" sz="900" b="1" kern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处理层</a:t>
            </a:r>
            <a:endParaRPr kumimoji="1" lang="zh-CN" altLang="en-US" sz="900" b="1" kern="0" dirty="0"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40"/>
          <p:cNvSpPr/>
          <p:nvPr>
            <p:custDataLst>
              <p:tags r:id="rId2"/>
            </p:custDataLst>
          </p:nvPr>
        </p:nvSpPr>
        <p:spPr>
          <a:xfrm>
            <a:off x="388620" y="2099310"/>
            <a:ext cx="880745" cy="850900"/>
          </a:xfrm>
          <a:prstGeom prst="rect">
            <a:avLst/>
          </a:prstGeom>
          <a:solidFill>
            <a:srgbClr val="0070B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 defTabSz="914400"/>
            <a:r>
              <a:rPr kumimoji="1" lang="zh-CN" altLang="en-US" sz="900" b="1" kern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本体语义</a:t>
            </a:r>
            <a:r>
              <a:rPr kumimoji="1" lang="zh-CN" altLang="en-US" sz="900" b="1" kern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层</a:t>
            </a:r>
            <a:endParaRPr kumimoji="1" lang="zh-CN" altLang="en-US" sz="900" b="1" kern="0" dirty="0"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矩形 28"/>
          <p:cNvSpPr/>
          <p:nvPr>
            <p:custDataLst>
              <p:tags r:id="rId3"/>
            </p:custDataLst>
          </p:nvPr>
        </p:nvSpPr>
        <p:spPr>
          <a:xfrm>
            <a:off x="1318260" y="3125470"/>
            <a:ext cx="7456170" cy="467360"/>
          </a:xfrm>
          <a:prstGeom prst="rect">
            <a:avLst/>
          </a:prstGeom>
          <a:solidFill>
            <a:srgbClr val="CCECFF">
              <a:alpha val="50000"/>
            </a:srgb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              </a:t>
            </a:r>
            <a:endParaRPr kumimoji="0" lang="en-US" altLang="zh-CN" sz="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1" name="矩形 28"/>
          <p:cNvSpPr/>
          <p:nvPr>
            <p:custDataLst>
              <p:tags r:id="rId4"/>
            </p:custDataLst>
          </p:nvPr>
        </p:nvSpPr>
        <p:spPr>
          <a:xfrm>
            <a:off x="1318260" y="2108835"/>
            <a:ext cx="7458075" cy="841375"/>
          </a:xfrm>
          <a:prstGeom prst="rect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              </a:t>
            </a:r>
            <a:endParaRPr kumimoji="0" lang="en-US" altLang="zh-CN" sz="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左箭头 6"/>
          <p:cNvSpPr/>
          <p:nvPr>
            <p:custDataLst>
              <p:tags r:id="rId5"/>
            </p:custDataLst>
          </p:nvPr>
        </p:nvSpPr>
        <p:spPr>
          <a:xfrm rot="5400000" flipV="1">
            <a:off x="4943475" y="2935605"/>
            <a:ext cx="179070" cy="201930"/>
          </a:xfrm>
          <a:prstGeom prst="leftArrow">
            <a:avLst/>
          </a:prstGeom>
          <a:gradFill>
            <a:gsLst>
              <a:gs pos="0">
                <a:srgbClr val="8CD5FB"/>
              </a:gs>
              <a:gs pos="100000">
                <a:srgbClr val="0641F5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sp>
        <p:nvSpPr>
          <p:cNvPr id="22" name="Rectangle 240"/>
          <p:cNvSpPr/>
          <p:nvPr>
            <p:custDataLst>
              <p:tags r:id="rId6"/>
            </p:custDataLst>
          </p:nvPr>
        </p:nvSpPr>
        <p:spPr>
          <a:xfrm>
            <a:off x="1670685" y="3289935"/>
            <a:ext cx="1544955" cy="1835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sz="10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数据清洗处理</a:t>
            </a:r>
            <a:endParaRPr kumimoji="1" sz="10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Rectangle 240"/>
          <p:cNvSpPr/>
          <p:nvPr>
            <p:custDataLst>
              <p:tags r:id="rId7"/>
            </p:custDataLst>
          </p:nvPr>
        </p:nvSpPr>
        <p:spPr>
          <a:xfrm>
            <a:off x="3400425" y="3289935"/>
            <a:ext cx="1544955" cy="1835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sz="10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语义标准映射</a:t>
            </a:r>
            <a:endParaRPr kumimoji="1" sz="10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" name="Rectangle 240"/>
          <p:cNvSpPr/>
          <p:nvPr>
            <p:custDataLst>
              <p:tags r:id="rId8"/>
            </p:custDataLst>
          </p:nvPr>
        </p:nvSpPr>
        <p:spPr>
          <a:xfrm>
            <a:off x="5130165" y="3289935"/>
            <a:ext cx="1544955" cy="1835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sz="10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实体识别处理</a:t>
            </a:r>
            <a:endParaRPr kumimoji="1" sz="10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7" name="Rectangle 240"/>
          <p:cNvSpPr/>
          <p:nvPr>
            <p:custDataLst>
              <p:tags r:id="rId9"/>
            </p:custDataLst>
          </p:nvPr>
        </p:nvSpPr>
        <p:spPr>
          <a:xfrm>
            <a:off x="6859905" y="3289935"/>
            <a:ext cx="1544955" cy="1835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sz="10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多源融合处理</a:t>
            </a:r>
            <a:endParaRPr kumimoji="1" sz="10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" name="左箭头 30"/>
          <p:cNvSpPr/>
          <p:nvPr>
            <p:custDataLst>
              <p:tags r:id="rId10"/>
            </p:custDataLst>
          </p:nvPr>
        </p:nvSpPr>
        <p:spPr>
          <a:xfrm rot="5400000" flipV="1">
            <a:off x="4939665" y="1908810"/>
            <a:ext cx="179070" cy="201930"/>
          </a:xfrm>
          <a:prstGeom prst="leftArrow">
            <a:avLst/>
          </a:prstGeom>
          <a:gradFill>
            <a:gsLst>
              <a:gs pos="0">
                <a:srgbClr val="8CD5FB"/>
              </a:gs>
              <a:gs pos="100000">
                <a:srgbClr val="0641F5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sp>
        <p:nvSpPr>
          <p:cNvPr id="10" name="Rectangle 240"/>
          <p:cNvSpPr/>
          <p:nvPr>
            <p:custDataLst>
              <p:tags r:id="rId11"/>
            </p:custDataLst>
          </p:nvPr>
        </p:nvSpPr>
        <p:spPr>
          <a:xfrm>
            <a:off x="388620" y="3768090"/>
            <a:ext cx="880745" cy="467360"/>
          </a:xfrm>
          <a:prstGeom prst="rect">
            <a:avLst/>
          </a:prstGeom>
          <a:solidFill>
            <a:srgbClr val="0070B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 defTabSz="914400"/>
            <a:r>
              <a:rPr kumimoji="1" lang="zh-CN" altLang="en-US" sz="900" b="1" kern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数据接入</a:t>
            </a:r>
            <a:r>
              <a:rPr kumimoji="1" lang="zh-CN" altLang="en-US" sz="900" b="1" kern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层</a:t>
            </a:r>
            <a:endParaRPr kumimoji="1" lang="zh-CN" altLang="en-US" sz="900" b="1" kern="0" dirty="0"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28"/>
          <p:cNvSpPr/>
          <p:nvPr>
            <p:custDataLst>
              <p:tags r:id="rId12"/>
            </p:custDataLst>
          </p:nvPr>
        </p:nvSpPr>
        <p:spPr>
          <a:xfrm>
            <a:off x="1318260" y="3768090"/>
            <a:ext cx="7456170" cy="467360"/>
          </a:xfrm>
          <a:prstGeom prst="rect">
            <a:avLst/>
          </a:prstGeom>
          <a:solidFill>
            <a:srgbClr val="CCECFF">
              <a:alpha val="50000"/>
            </a:srgb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              </a:t>
            </a:r>
            <a:endParaRPr kumimoji="0" lang="en-US" altLang="zh-CN" sz="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左箭头 11"/>
          <p:cNvSpPr/>
          <p:nvPr>
            <p:custDataLst>
              <p:tags r:id="rId13"/>
            </p:custDataLst>
          </p:nvPr>
        </p:nvSpPr>
        <p:spPr>
          <a:xfrm rot="5400000" flipV="1">
            <a:off x="4943475" y="3578225"/>
            <a:ext cx="179070" cy="201930"/>
          </a:xfrm>
          <a:prstGeom prst="leftArrow">
            <a:avLst/>
          </a:prstGeom>
          <a:gradFill>
            <a:gsLst>
              <a:gs pos="0">
                <a:srgbClr val="8CD5FB"/>
              </a:gs>
              <a:gs pos="100000">
                <a:srgbClr val="0641F5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sp>
        <p:nvSpPr>
          <p:cNvPr id="13" name="Rectangle 240"/>
          <p:cNvSpPr/>
          <p:nvPr>
            <p:custDataLst>
              <p:tags r:id="rId14"/>
            </p:custDataLst>
          </p:nvPr>
        </p:nvSpPr>
        <p:spPr>
          <a:xfrm>
            <a:off x="1670685" y="3932555"/>
            <a:ext cx="1544955" cy="1835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sz="10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指标数据接入</a:t>
            </a:r>
            <a:endParaRPr kumimoji="1" sz="10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Rectangle 240"/>
          <p:cNvSpPr/>
          <p:nvPr>
            <p:custDataLst>
              <p:tags r:id="rId15"/>
            </p:custDataLst>
          </p:nvPr>
        </p:nvSpPr>
        <p:spPr>
          <a:xfrm>
            <a:off x="3400425" y="3932555"/>
            <a:ext cx="1544955" cy="1835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sz="10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日志数据接入</a:t>
            </a:r>
            <a:endParaRPr kumimoji="1" sz="10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Rectangle 240"/>
          <p:cNvSpPr/>
          <p:nvPr>
            <p:custDataLst>
              <p:tags r:id="rId16"/>
            </p:custDataLst>
          </p:nvPr>
        </p:nvSpPr>
        <p:spPr>
          <a:xfrm>
            <a:off x="5130165" y="3932555"/>
            <a:ext cx="1544955" cy="1835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sz="10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链路数据接入</a:t>
            </a:r>
            <a:endParaRPr kumimoji="1" sz="10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" name="Rectangle 240"/>
          <p:cNvSpPr/>
          <p:nvPr>
            <p:custDataLst>
              <p:tags r:id="rId17"/>
            </p:custDataLst>
          </p:nvPr>
        </p:nvSpPr>
        <p:spPr>
          <a:xfrm>
            <a:off x="6859905" y="3932555"/>
            <a:ext cx="1544955" cy="1835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sz="10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资源数据接入</a:t>
            </a:r>
            <a:endParaRPr kumimoji="1" sz="10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" name="Rectangle 240"/>
          <p:cNvSpPr/>
          <p:nvPr>
            <p:custDataLst>
              <p:tags r:id="rId18"/>
            </p:custDataLst>
          </p:nvPr>
        </p:nvSpPr>
        <p:spPr>
          <a:xfrm>
            <a:off x="1670685" y="2647315"/>
            <a:ext cx="1544955" cy="1835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sz="10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语义映射机制</a:t>
            </a:r>
            <a:endParaRPr kumimoji="1" sz="10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4" name="Rectangle 240"/>
          <p:cNvSpPr/>
          <p:nvPr>
            <p:custDataLst>
              <p:tags r:id="rId19"/>
            </p:custDataLst>
          </p:nvPr>
        </p:nvSpPr>
        <p:spPr>
          <a:xfrm>
            <a:off x="3400425" y="2647315"/>
            <a:ext cx="1544955" cy="1835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sz="10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规则推理能力</a:t>
            </a:r>
            <a:endParaRPr kumimoji="1" sz="10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" name="Rectangle 240"/>
          <p:cNvSpPr/>
          <p:nvPr>
            <p:custDataLst>
              <p:tags r:id="rId20"/>
            </p:custDataLst>
          </p:nvPr>
        </p:nvSpPr>
        <p:spPr>
          <a:xfrm>
            <a:off x="5130165" y="2647315"/>
            <a:ext cx="1544955" cy="1835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sz="10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故障传播模型</a:t>
            </a:r>
            <a:endParaRPr kumimoji="1" sz="10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" name="Rectangle 240"/>
          <p:cNvSpPr/>
          <p:nvPr>
            <p:custDataLst>
              <p:tags r:id="rId21"/>
            </p:custDataLst>
          </p:nvPr>
        </p:nvSpPr>
        <p:spPr>
          <a:xfrm>
            <a:off x="6859905" y="2647315"/>
            <a:ext cx="1544955" cy="1835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zh-CN" sz="10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模型统一</a:t>
            </a:r>
            <a:r>
              <a:rPr kumimoji="1" lang="zh-CN" sz="10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</a:t>
            </a:r>
            <a:endParaRPr kumimoji="1" lang="zh-CN" sz="10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" name="Rectangle 240"/>
          <p:cNvSpPr/>
          <p:nvPr>
            <p:custDataLst>
              <p:tags r:id="rId22"/>
            </p:custDataLst>
          </p:nvPr>
        </p:nvSpPr>
        <p:spPr>
          <a:xfrm>
            <a:off x="1670685" y="2281555"/>
            <a:ext cx="1544955" cy="1835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sz="10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实体模型构建</a:t>
            </a:r>
            <a:endParaRPr kumimoji="1" sz="10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" name="Rectangle 240"/>
          <p:cNvSpPr/>
          <p:nvPr>
            <p:custDataLst>
              <p:tags r:id="rId23"/>
            </p:custDataLst>
          </p:nvPr>
        </p:nvSpPr>
        <p:spPr>
          <a:xfrm>
            <a:off x="3400425" y="2281555"/>
            <a:ext cx="1544955" cy="1835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sz="10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关系模型构建</a:t>
            </a:r>
            <a:endParaRPr kumimoji="1" sz="10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" name="Rectangle 240"/>
          <p:cNvSpPr/>
          <p:nvPr>
            <p:custDataLst>
              <p:tags r:id="rId24"/>
            </p:custDataLst>
          </p:nvPr>
        </p:nvSpPr>
        <p:spPr>
          <a:xfrm>
            <a:off x="5130165" y="2281555"/>
            <a:ext cx="1544955" cy="1835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sz="10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本体体系构建</a:t>
            </a:r>
            <a:endParaRPr kumimoji="1" sz="10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6" name="Rectangle 240"/>
          <p:cNvSpPr/>
          <p:nvPr>
            <p:custDataLst>
              <p:tags r:id="rId25"/>
            </p:custDataLst>
          </p:nvPr>
        </p:nvSpPr>
        <p:spPr>
          <a:xfrm>
            <a:off x="6859905" y="2281555"/>
            <a:ext cx="1544955" cy="1835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sz="10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语义规则定义</a:t>
            </a:r>
            <a:endParaRPr kumimoji="1" sz="10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Rectangle 240"/>
          <p:cNvSpPr/>
          <p:nvPr>
            <p:custDataLst>
              <p:tags r:id="rId26"/>
            </p:custDataLst>
          </p:nvPr>
        </p:nvSpPr>
        <p:spPr>
          <a:xfrm>
            <a:off x="401955" y="1062355"/>
            <a:ext cx="880745" cy="850900"/>
          </a:xfrm>
          <a:prstGeom prst="rect">
            <a:avLst/>
          </a:prstGeom>
          <a:solidFill>
            <a:srgbClr val="0070B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 defTabSz="914400"/>
            <a:r>
              <a:rPr kumimoji="1" lang="zh-CN" altLang="en-US" sz="900" b="1" kern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场景能力</a:t>
            </a:r>
            <a:r>
              <a:rPr kumimoji="1" lang="zh-CN" altLang="en-US" sz="900" b="1" kern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层</a:t>
            </a:r>
            <a:endParaRPr kumimoji="1" lang="zh-CN" altLang="en-US" sz="900" b="1" kern="0" dirty="0"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28"/>
          <p:cNvSpPr/>
          <p:nvPr>
            <p:custDataLst>
              <p:tags r:id="rId27"/>
            </p:custDataLst>
          </p:nvPr>
        </p:nvSpPr>
        <p:spPr>
          <a:xfrm>
            <a:off x="1331595" y="1071880"/>
            <a:ext cx="7458075" cy="841375"/>
          </a:xfrm>
          <a:prstGeom prst="rect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              </a:t>
            </a:r>
            <a:endParaRPr kumimoji="0" lang="en-US" altLang="zh-CN" sz="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240"/>
          <p:cNvSpPr/>
          <p:nvPr>
            <p:custDataLst>
              <p:tags r:id="rId28"/>
            </p:custDataLst>
          </p:nvPr>
        </p:nvSpPr>
        <p:spPr>
          <a:xfrm>
            <a:off x="1684020" y="1244600"/>
            <a:ext cx="2040255" cy="1835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sz="10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全栈统一监控与实时观测图谱</a:t>
            </a:r>
            <a:endParaRPr kumimoji="1" sz="10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" name="Rectangle 240"/>
          <p:cNvSpPr/>
          <p:nvPr>
            <p:custDataLst>
              <p:tags r:id="rId29"/>
            </p:custDataLst>
          </p:nvPr>
        </p:nvSpPr>
        <p:spPr>
          <a:xfrm>
            <a:off x="1691640" y="1585595"/>
            <a:ext cx="2040255" cy="1835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sz="10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告警关联与告警收敛</a:t>
            </a:r>
            <a:endParaRPr kumimoji="1" sz="10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8" name="Rectangle 240"/>
          <p:cNvSpPr/>
          <p:nvPr>
            <p:custDataLst>
              <p:tags r:id="rId30"/>
            </p:custDataLst>
          </p:nvPr>
        </p:nvSpPr>
        <p:spPr>
          <a:xfrm>
            <a:off x="4008755" y="1244600"/>
            <a:ext cx="2040255" cy="1835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sz="10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全链路故障分析能力</a:t>
            </a:r>
            <a:endParaRPr kumimoji="1" sz="10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9" name="Rectangle 240"/>
          <p:cNvSpPr/>
          <p:nvPr>
            <p:custDataLst>
              <p:tags r:id="rId31"/>
            </p:custDataLst>
          </p:nvPr>
        </p:nvSpPr>
        <p:spPr>
          <a:xfrm>
            <a:off x="4016375" y="1585595"/>
            <a:ext cx="2040255" cy="1835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sz="10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系统依赖拓扑自动生成</a:t>
            </a:r>
            <a:endParaRPr kumimoji="1" sz="10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0" name="Rectangle 240"/>
          <p:cNvSpPr/>
          <p:nvPr>
            <p:custDataLst>
              <p:tags r:id="rId32"/>
            </p:custDataLst>
          </p:nvPr>
        </p:nvSpPr>
        <p:spPr>
          <a:xfrm>
            <a:off x="6333490" y="1244600"/>
            <a:ext cx="2040255" cy="1835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sz="10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异常传播与影响面分析</a:t>
            </a:r>
            <a:endParaRPr kumimoji="1" sz="10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1" name="Rectangle 240"/>
          <p:cNvSpPr/>
          <p:nvPr>
            <p:custDataLst>
              <p:tags r:id="rId33"/>
            </p:custDataLst>
          </p:nvPr>
        </p:nvSpPr>
        <p:spPr>
          <a:xfrm>
            <a:off x="6341110" y="1585595"/>
            <a:ext cx="2040255" cy="1835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sz="10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智能异常检测</a:t>
            </a:r>
            <a:endParaRPr kumimoji="1" sz="1000" kern="0" dirty="0"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5" name="组合 34"/>
          <p:cNvGrpSpPr/>
          <p:nvPr/>
        </p:nvGrpSpPr>
        <p:grpSpPr>
          <a:xfrm>
            <a:off x="1054100" y="2195830"/>
            <a:ext cx="6983730" cy="1752600"/>
            <a:chOff x="1208" y="3458"/>
            <a:chExt cx="10998" cy="2760"/>
          </a:xfrm>
        </p:grpSpPr>
        <p:sp>
          <p:nvSpPr>
            <p:cNvPr id="2" name="Rectangle 240"/>
            <p:cNvSpPr/>
            <p:nvPr>
              <p:custDataLst>
                <p:tags r:id="rId1"/>
              </p:custDataLst>
            </p:nvPr>
          </p:nvSpPr>
          <p:spPr>
            <a:xfrm>
              <a:off x="1208" y="4470"/>
              <a:ext cx="1582" cy="736"/>
            </a:xfrm>
            <a:prstGeom prst="rect">
              <a:avLst/>
            </a:prstGeom>
            <a:solidFill>
              <a:srgbClr val="0070B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 defTabSz="914400"/>
              <a:r>
                <a:rPr kumimoji="1" lang="zh-CN" altLang="en-US" sz="1200" b="1" kern="0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分析推理层</a:t>
              </a:r>
              <a:endParaRPr kumimoji="1" lang="zh-CN" altLang="en-US" sz="1200" b="1" kern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2" name="矩形 28"/>
            <p:cNvSpPr/>
            <p:nvPr>
              <p:custDataLst>
                <p:tags r:id="rId2"/>
              </p:custDataLst>
            </p:nvPr>
          </p:nvSpPr>
          <p:spPr>
            <a:xfrm>
              <a:off x="2867" y="4470"/>
              <a:ext cx="9329" cy="736"/>
            </a:xfrm>
            <a:prstGeom prst="rect">
              <a:avLst/>
            </a:prstGeom>
            <a:solidFill>
              <a:srgbClr val="CCECFF">
                <a:alpha val="50000"/>
              </a:srgbClr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7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                </a:t>
              </a:r>
              <a:endParaRPr kumimoji="0" lang="en-US" altLang="zh-CN" sz="7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左箭头 6"/>
            <p:cNvSpPr/>
            <p:nvPr>
              <p:custDataLst>
                <p:tags r:id="rId3"/>
              </p:custDataLst>
            </p:nvPr>
          </p:nvSpPr>
          <p:spPr>
            <a:xfrm rot="5400000" flipV="1">
              <a:off x="7333" y="4171"/>
              <a:ext cx="282" cy="318"/>
            </a:xfrm>
            <a:prstGeom prst="leftArrow">
              <a:avLst/>
            </a:prstGeom>
            <a:gradFill>
              <a:gsLst>
                <a:gs pos="0">
                  <a:srgbClr val="8CD5FB"/>
                </a:gs>
                <a:gs pos="100000">
                  <a:srgbClr val="0641F5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800"/>
            </a:p>
          </p:txBody>
        </p:sp>
        <p:sp>
          <p:nvSpPr>
            <p:cNvPr id="22" name="Rectangle 240"/>
            <p:cNvSpPr/>
            <p:nvPr>
              <p:custDataLst>
                <p:tags r:id="rId4"/>
              </p:custDataLst>
            </p:nvPr>
          </p:nvSpPr>
          <p:spPr>
            <a:xfrm>
              <a:off x="3196" y="4631"/>
              <a:ext cx="2433" cy="38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全链路故障分析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3" name="Rectangle 240"/>
            <p:cNvSpPr/>
            <p:nvPr>
              <p:custDataLst>
                <p:tags r:id="rId5"/>
              </p:custDataLst>
            </p:nvPr>
          </p:nvSpPr>
          <p:spPr>
            <a:xfrm>
              <a:off x="6043" y="4631"/>
              <a:ext cx="2834" cy="38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异常传播与影响面分析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6" name="Rectangle 240"/>
            <p:cNvSpPr/>
            <p:nvPr>
              <p:custDataLst>
                <p:tags r:id="rId6"/>
              </p:custDataLst>
            </p:nvPr>
          </p:nvSpPr>
          <p:spPr>
            <a:xfrm>
              <a:off x="9322" y="4631"/>
              <a:ext cx="2433" cy="38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告警关联与收敛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" name="Rectangle 240"/>
            <p:cNvSpPr/>
            <p:nvPr>
              <p:custDataLst>
                <p:tags r:id="rId7"/>
              </p:custDataLst>
            </p:nvPr>
          </p:nvSpPr>
          <p:spPr>
            <a:xfrm>
              <a:off x="1208" y="5482"/>
              <a:ext cx="1582" cy="736"/>
            </a:xfrm>
            <a:prstGeom prst="rect">
              <a:avLst/>
            </a:prstGeom>
            <a:solidFill>
              <a:srgbClr val="0070B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 defTabSz="914400"/>
              <a:r>
                <a:rPr kumimoji="1" lang="zh-CN" altLang="en-US" sz="1200" b="1" kern="0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观测建模层</a:t>
              </a:r>
              <a:endParaRPr kumimoji="1" lang="zh-CN" altLang="en-US" sz="1200" b="1" kern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矩形 28"/>
            <p:cNvSpPr/>
            <p:nvPr>
              <p:custDataLst>
                <p:tags r:id="rId8"/>
              </p:custDataLst>
            </p:nvPr>
          </p:nvSpPr>
          <p:spPr>
            <a:xfrm>
              <a:off x="2867" y="5482"/>
              <a:ext cx="9329" cy="736"/>
            </a:xfrm>
            <a:prstGeom prst="rect">
              <a:avLst/>
            </a:prstGeom>
            <a:solidFill>
              <a:srgbClr val="CCECFF">
                <a:alpha val="50000"/>
              </a:srgbClr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7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                </a:t>
              </a:r>
              <a:endParaRPr kumimoji="0" lang="en-US" altLang="zh-CN" sz="7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左箭头 11"/>
            <p:cNvSpPr/>
            <p:nvPr>
              <p:custDataLst>
                <p:tags r:id="rId9"/>
              </p:custDataLst>
            </p:nvPr>
          </p:nvSpPr>
          <p:spPr>
            <a:xfrm rot="5400000" flipV="1">
              <a:off x="7333" y="5183"/>
              <a:ext cx="282" cy="318"/>
            </a:xfrm>
            <a:prstGeom prst="leftArrow">
              <a:avLst/>
            </a:prstGeom>
            <a:gradFill>
              <a:gsLst>
                <a:gs pos="0">
                  <a:srgbClr val="8CD5FB"/>
                </a:gs>
                <a:gs pos="100000">
                  <a:srgbClr val="0641F5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800"/>
            </a:p>
          </p:txBody>
        </p:sp>
        <p:sp>
          <p:nvSpPr>
            <p:cNvPr id="13" name="Rectangle 240"/>
            <p:cNvSpPr/>
            <p:nvPr>
              <p:custDataLst>
                <p:tags r:id="rId10"/>
              </p:custDataLst>
            </p:nvPr>
          </p:nvSpPr>
          <p:spPr>
            <a:xfrm>
              <a:off x="3209" y="5643"/>
              <a:ext cx="3545" cy="38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全栈统一监控与实时观测图谱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6" name="Rectangle 240"/>
            <p:cNvSpPr/>
            <p:nvPr>
              <p:custDataLst>
                <p:tags r:id="rId11"/>
              </p:custDataLst>
            </p:nvPr>
          </p:nvSpPr>
          <p:spPr>
            <a:xfrm>
              <a:off x="8079" y="5643"/>
              <a:ext cx="3673" cy="38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系统依赖拓扑自动生成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6" name="Rectangle 240"/>
            <p:cNvSpPr/>
            <p:nvPr>
              <p:custDataLst>
                <p:tags r:id="rId12"/>
              </p:custDataLst>
            </p:nvPr>
          </p:nvSpPr>
          <p:spPr>
            <a:xfrm>
              <a:off x="1219" y="3458"/>
              <a:ext cx="1582" cy="736"/>
            </a:xfrm>
            <a:prstGeom prst="rect">
              <a:avLst/>
            </a:prstGeom>
            <a:solidFill>
              <a:srgbClr val="0070B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 defTabSz="914400"/>
              <a:r>
                <a:rPr kumimoji="1" lang="zh-CN" altLang="en-US" sz="1200" b="1" kern="0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智能决策层</a:t>
              </a:r>
              <a:endParaRPr kumimoji="1" lang="zh-CN" altLang="en-US" sz="1200" b="1" kern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矩形 28"/>
            <p:cNvSpPr/>
            <p:nvPr>
              <p:custDataLst>
                <p:tags r:id="rId13"/>
              </p:custDataLst>
            </p:nvPr>
          </p:nvSpPr>
          <p:spPr>
            <a:xfrm>
              <a:off x="2878" y="3458"/>
              <a:ext cx="9329" cy="736"/>
            </a:xfrm>
            <a:prstGeom prst="rect">
              <a:avLst/>
            </a:prstGeom>
            <a:solidFill>
              <a:srgbClr val="CCECFF">
                <a:alpha val="50000"/>
              </a:srgbClr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7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                </a:t>
              </a:r>
              <a:endParaRPr kumimoji="0" lang="en-US" altLang="zh-CN" sz="7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Rectangle 240"/>
            <p:cNvSpPr/>
            <p:nvPr>
              <p:custDataLst>
                <p:tags r:id="rId14"/>
              </p:custDataLst>
            </p:nvPr>
          </p:nvSpPr>
          <p:spPr>
            <a:xfrm>
              <a:off x="3207" y="3619"/>
              <a:ext cx="3546" cy="38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智能异常检测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0" name="Rectangle 240"/>
            <p:cNvSpPr/>
            <p:nvPr>
              <p:custDataLst>
                <p:tags r:id="rId15"/>
              </p:custDataLst>
            </p:nvPr>
          </p:nvSpPr>
          <p:spPr>
            <a:xfrm>
              <a:off x="8080" y="3619"/>
              <a:ext cx="3674" cy="38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智能运维助手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5" name="组合 34"/>
          <p:cNvGrpSpPr/>
          <p:nvPr/>
        </p:nvGrpSpPr>
        <p:grpSpPr>
          <a:xfrm>
            <a:off x="1054100" y="2195830"/>
            <a:ext cx="6983730" cy="1752600"/>
            <a:chOff x="1208" y="3458"/>
            <a:chExt cx="10998" cy="2760"/>
          </a:xfrm>
        </p:grpSpPr>
        <p:sp>
          <p:nvSpPr>
            <p:cNvPr id="2" name="Rectangle 240"/>
            <p:cNvSpPr/>
            <p:nvPr>
              <p:custDataLst>
                <p:tags r:id="rId1"/>
              </p:custDataLst>
            </p:nvPr>
          </p:nvSpPr>
          <p:spPr>
            <a:xfrm>
              <a:off x="1208" y="4470"/>
              <a:ext cx="1582" cy="736"/>
            </a:xfrm>
            <a:prstGeom prst="rect">
              <a:avLst/>
            </a:prstGeom>
            <a:solidFill>
              <a:srgbClr val="0070B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 defTabSz="914400"/>
              <a:r>
                <a:rPr kumimoji="1" lang="zh-CN" altLang="en-US" sz="1200" b="1" kern="0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分析推理层</a:t>
              </a:r>
              <a:endParaRPr kumimoji="1" lang="zh-CN" altLang="en-US" sz="1200" b="1" kern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2" name="矩形 28"/>
            <p:cNvSpPr/>
            <p:nvPr>
              <p:custDataLst>
                <p:tags r:id="rId2"/>
              </p:custDataLst>
            </p:nvPr>
          </p:nvSpPr>
          <p:spPr>
            <a:xfrm>
              <a:off x="2867" y="4470"/>
              <a:ext cx="9329" cy="736"/>
            </a:xfrm>
            <a:prstGeom prst="rect">
              <a:avLst/>
            </a:prstGeom>
            <a:solidFill>
              <a:srgbClr val="CCECFF">
                <a:alpha val="50000"/>
              </a:srgbClr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7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                </a:t>
              </a:r>
              <a:endParaRPr kumimoji="0" lang="en-US" altLang="zh-CN" sz="7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左箭头 6"/>
            <p:cNvSpPr/>
            <p:nvPr>
              <p:custDataLst>
                <p:tags r:id="rId3"/>
              </p:custDataLst>
            </p:nvPr>
          </p:nvSpPr>
          <p:spPr>
            <a:xfrm rot="5400000" flipV="1">
              <a:off x="7333" y="4171"/>
              <a:ext cx="282" cy="318"/>
            </a:xfrm>
            <a:prstGeom prst="leftArrow">
              <a:avLst/>
            </a:prstGeom>
            <a:gradFill>
              <a:gsLst>
                <a:gs pos="0">
                  <a:srgbClr val="8CD5FB"/>
                </a:gs>
                <a:gs pos="100000">
                  <a:srgbClr val="0641F5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800"/>
            </a:p>
          </p:txBody>
        </p:sp>
        <p:sp>
          <p:nvSpPr>
            <p:cNvPr id="22" name="Rectangle 240"/>
            <p:cNvSpPr/>
            <p:nvPr>
              <p:custDataLst>
                <p:tags r:id="rId4"/>
              </p:custDataLst>
            </p:nvPr>
          </p:nvSpPr>
          <p:spPr>
            <a:xfrm>
              <a:off x="3196" y="4631"/>
              <a:ext cx="2433" cy="38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全链路故障分析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3" name="Rectangle 240"/>
            <p:cNvSpPr/>
            <p:nvPr>
              <p:custDataLst>
                <p:tags r:id="rId5"/>
              </p:custDataLst>
            </p:nvPr>
          </p:nvSpPr>
          <p:spPr>
            <a:xfrm>
              <a:off x="6043" y="4631"/>
              <a:ext cx="2834" cy="38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异常传播与影响面分析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6" name="Rectangle 240"/>
            <p:cNvSpPr/>
            <p:nvPr>
              <p:custDataLst>
                <p:tags r:id="rId6"/>
              </p:custDataLst>
            </p:nvPr>
          </p:nvSpPr>
          <p:spPr>
            <a:xfrm>
              <a:off x="9322" y="4631"/>
              <a:ext cx="2433" cy="38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告警关联与收敛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" name="Rectangle 240"/>
            <p:cNvSpPr/>
            <p:nvPr>
              <p:custDataLst>
                <p:tags r:id="rId7"/>
              </p:custDataLst>
            </p:nvPr>
          </p:nvSpPr>
          <p:spPr>
            <a:xfrm>
              <a:off x="1208" y="5482"/>
              <a:ext cx="1582" cy="736"/>
            </a:xfrm>
            <a:prstGeom prst="rect">
              <a:avLst/>
            </a:prstGeom>
            <a:solidFill>
              <a:srgbClr val="0070B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 defTabSz="914400"/>
              <a:r>
                <a:rPr kumimoji="1" lang="zh-CN" altLang="en-US" sz="1200" b="1" kern="0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观测建模层</a:t>
              </a:r>
              <a:endParaRPr kumimoji="1" lang="zh-CN" altLang="en-US" sz="1200" b="1" kern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矩形 28"/>
            <p:cNvSpPr/>
            <p:nvPr>
              <p:custDataLst>
                <p:tags r:id="rId8"/>
              </p:custDataLst>
            </p:nvPr>
          </p:nvSpPr>
          <p:spPr>
            <a:xfrm>
              <a:off x="2867" y="5482"/>
              <a:ext cx="9329" cy="736"/>
            </a:xfrm>
            <a:prstGeom prst="rect">
              <a:avLst/>
            </a:prstGeom>
            <a:solidFill>
              <a:srgbClr val="CCECFF">
                <a:alpha val="50000"/>
              </a:srgbClr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7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                </a:t>
              </a:r>
              <a:endParaRPr kumimoji="0" lang="en-US" altLang="zh-CN" sz="7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左箭头 11"/>
            <p:cNvSpPr/>
            <p:nvPr>
              <p:custDataLst>
                <p:tags r:id="rId9"/>
              </p:custDataLst>
            </p:nvPr>
          </p:nvSpPr>
          <p:spPr>
            <a:xfrm rot="5400000" flipV="1">
              <a:off x="7333" y="5183"/>
              <a:ext cx="282" cy="318"/>
            </a:xfrm>
            <a:prstGeom prst="leftArrow">
              <a:avLst/>
            </a:prstGeom>
            <a:gradFill>
              <a:gsLst>
                <a:gs pos="0">
                  <a:srgbClr val="8CD5FB"/>
                </a:gs>
                <a:gs pos="100000">
                  <a:srgbClr val="0641F5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800"/>
            </a:p>
          </p:txBody>
        </p:sp>
        <p:sp>
          <p:nvSpPr>
            <p:cNvPr id="13" name="Rectangle 240"/>
            <p:cNvSpPr/>
            <p:nvPr>
              <p:custDataLst>
                <p:tags r:id="rId10"/>
              </p:custDataLst>
            </p:nvPr>
          </p:nvSpPr>
          <p:spPr>
            <a:xfrm>
              <a:off x="3209" y="5643"/>
              <a:ext cx="3545" cy="38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全栈统一监控与实时观测图谱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6" name="Rectangle 240"/>
            <p:cNvSpPr/>
            <p:nvPr>
              <p:custDataLst>
                <p:tags r:id="rId11"/>
              </p:custDataLst>
            </p:nvPr>
          </p:nvSpPr>
          <p:spPr>
            <a:xfrm>
              <a:off x="8079" y="5643"/>
              <a:ext cx="3673" cy="38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系统依赖拓扑自动生成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6" name="Rectangle 240"/>
            <p:cNvSpPr/>
            <p:nvPr>
              <p:custDataLst>
                <p:tags r:id="rId12"/>
              </p:custDataLst>
            </p:nvPr>
          </p:nvSpPr>
          <p:spPr>
            <a:xfrm>
              <a:off x="1219" y="3458"/>
              <a:ext cx="1582" cy="736"/>
            </a:xfrm>
            <a:prstGeom prst="rect">
              <a:avLst/>
            </a:prstGeom>
            <a:solidFill>
              <a:srgbClr val="0070B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 defTabSz="914400"/>
              <a:r>
                <a:rPr kumimoji="1" lang="zh-CN" altLang="en-US" sz="1200" b="1" kern="0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智能决策层</a:t>
              </a:r>
              <a:endParaRPr kumimoji="1" lang="zh-CN" altLang="en-US" sz="1200" b="1" kern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矩形 28"/>
            <p:cNvSpPr/>
            <p:nvPr>
              <p:custDataLst>
                <p:tags r:id="rId13"/>
              </p:custDataLst>
            </p:nvPr>
          </p:nvSpPr>
          <p:spPr>
            <a:xfrm>
              <a:off x="2878" y="3458"/>
              <a:ext cx="9329" cy="736"/>
            </a:xfrm>
            <a:prstGeom prst="rect">
              <a:avLst/>
            </a:prstGeom>
            <a:solidFill>
              <a:srgbClr val="CCECFF">
                <a:alpha val="50000"/>
              </a:srgbClr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7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                </a:t>
              </a:r>
              <a:endParaRPr kumimoji="0" lang="en-US" altLang="zh-CN" sz="7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Rectangle 240"/>
            <p:cNvSpPr/>
            <p:nvPr>
              <p:custDataLst>
                <p:tags r:id="rId14"/>
              </p:custDataLst>
            </p:nvPr>
          </p:nvSpPr>
          <p:spPr>
            <a:xfrm>
              <a:off x="3207" y="3619"/>
              <a:ext cx="3546" cy="38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智能异常检测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0" name="Rectangle 240"/>
            <p:cNvSpPr/>
            <p:nvPr>
              <p:custDataLst>
                <p:tags r:id="rId15"/>
              </p:custDataLst>
            </p:nvPr>
          </p:nvSpPr>
          <p:spPr>
            <a:xfrm>
              <a:off x="8080" y="3619"/>
              <a:ext cx="3674" cy="38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kumimoji="1" sz="1200" kern="0" dirty="0">
                  <a:effectLst>
                    <a:outerShdw blurRad="63500" sx="102000" sy="102000" algn="ctr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智能运维助手</a:t>
              </a:r>
              <a:endParaRPr kumimoji="1" sz="1200" kern="0" dirty="0">
                <a:effectLst>
                  <a:outerShdw blurRad="63500" sx="102000" sy="102000" algn="ctr" rotWithShape="0">
                    <a:prstClr val="black">
                      <a:alpha val="2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28"/>
          <p:cNvSpPr/>
          <p:nvPr>
            <p:custDataLst>
              <p:tags r:id="rId1"/>
            </p:custDataLst>
          </p:nvPr>
        </p:nvSpPr>
        <p:spPr>
          <a:xfrm>
            <a:off x="252730" y="1772920"/>
            <a:ext cx="1308735" cy="76581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可观测数据接入</a:t>
            </a:r>
            <a:r>
              <a:rPr kumimoji="0" lang="en-US" altLang="zh-CN" sz="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             </a:t>
            </a:r>
            <a:endParaRPr kumimoji="0" lang="en-US" altLang="zh-CN" sz="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28"/>
          <p:cNvSpPr/>
          <p:nvPr>
            <p:custDataLst>
              <p:tags r:id="rId2"/>
            </p:custDataLst>
          </p:nvPr>
        </p:nvSpPr>
        <p:spPr>
          <a:xfrm>
            <a:off x="252730" y="3195320"/>
            <a:ext cx="1308735" cy="76581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实体建模</a:t>
            </a:r>
            <a:r>
              <a:rPr kumimoji="0" lang="en-US" altLang="zh-CN" sz="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             </a:t>
            </a:r>
            <a:endParaRPr kumimoji="0" lang="en-US" altLang="zh-CN" sz="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28"/>
          <p:cNvSpPr/>
          <p:nvPr>
            <p:custDataLst>
              <p:tags r:id="rId3"/>
            </p:custDataLst>
          </p:nvPr>
        </p:nvSpPr>
        <p:spPr>
          <a:xfrm>
            <a:off x="2270760" y="1772920"/>
            <a:ext cx="1308735" cy="76581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cap="none" spc="0" normalizeH="0" baseline="0">
                <a:latin typeface="微软雅黑" panose="020B0503020204020204" charset="-122"/>
                <a:ea typeface="微软雅黑" panose="020B0503020204020204" charset="-122"/>
              </a:rPr>
              <a:t>多源数据挂载    </a:t>
            </a:r>
            <a:r>
              <a:rPr kumimoji="0" lang="en-US" altLang="zh-CN" sz="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         </a:t>
            </a:r>
            <a:endParaRPr kumimoji="0" lang="en-US" altLang="zh-CN" sz="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28"/>
          <p:cNvSpPr/>
          <p:nvPr>
            <p:custDataLst>
              <p:tags r:id="rId4"/>
            </p:custDataLst>
          </p:nvPr>
        </p:nvSpPr>
        <p:spPr>
          <a:xfrm>
            <a:off x="2270760" y="3625850"/>
            <a:ext cx="1308735" cy="76581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关系构建</a:t>
            </a:r>
            <a:r>
              <a:rPr kumimoji="0" lang="en-US" altLang="zh-CN" sz="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            </a:t>
            </a:r>
            <a:endParaRPr kumimoji="0" lang="en-US" altLang="zh-CN" sz="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28"/>
          <p:cNvSpPr/>
          <p:nvPr>
            <p:custDataLst>
              <p:tags r:id="rId5"/>
            </p:custDataLst>
          </p:nvPr>
        </p:nvSpPr>
        <p:spPr>
          <a:xfrm>
            <a:off x="4140835" y="2565400"/>
            <a:ext cx="1426210" cy="76581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可观测运行图谱</a:t>
            </a:r>
            <a:r>
              <a:rPr kumimoji="0" lang="en-US" altLang="zh-CN" sz="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           </a:t>
            </a:r>
            <a:endParaRPr kumimoji="0" lang="en-US" altLang="zh-CN" sz="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28"/>
          <p:cNvSpPr/>
          <p:nvPr>
            <p:custDataLst>
              <p:tags r:id="rId6"/>
            </p:custDataLst>
          </p:nvPr>
        </p:nvSpPr>
        <p:spPr>
          <a:xfrm>
            <a:off x="5223510" y="3355975"/>
            <a:ext cx="1817370" cy="76581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统一查询与分析引擎</a:t>
            </a:r>
            <a:r>
              <a:rPr kumimoji="0" lang="en-US" altLang="zh-CN" sz="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           </a:t>
            </a:r>
            <a:endParaRPr kumimoji="0" lang="en-US" altLang="zh-CN" sz="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28"/>
          <p:cNvSpPr/>
          <p:nvPr>
            <p:custDataLst>
              <p:tags r:id="rId7"/>
            </p:custDataLst>
          </p:nvPr>
        </p:nvSpPr>
        <p:spPr>
          <a:xfrm>
            <a:off x="6682105" y="2204720"/>
            <a:ext cx="1599565" cy="76581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智能分析与决策</a:t>
            </a:r>
            <a:r>
              <a:rPr kumimoji="0" lang="en-US" altLang="zh-CN" sz="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           </a:t>
            </a:r>
            <a:endParaRPr kumimoji="0" lang="en-US" altLang="zh-CN" sz="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曲线连接符 11"/>
          <p:cNvCxnSpPr>
            <a:stCxn id="8" idx="3"/>
            <a:endCxn id="6" idx="1"/>
          </p:cNvCxnSpPr>
          <p:nvPr/>
        </p:nvCxnSpPr>
        <p:spPr>
          <a:xfrm>
            <a:off x="1686560" y="2155825"/>
            <a:ext cx="533400" cy="76200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曲线连接符 12"/>
          <p:cNvCxnSpPr>
            <a:stCxn id="4" idx="3"/>
          </p:cNvCxnSpPr>
          <p:nvPr/>
        </p:nvCxnSpPr>
        <p:spPr>
          <a:xfrm flipV="1">
            <a:off x="1686560" y="2426335"/>
            <a:ext cx="859790" cy="1151890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曲线连接符 14"/>
          <p:cNvCxnSpPr>
            <a:stCxn id="6" idx="2"/>
            <a:endCxn id="7" idx="0"/>
          </p:cNvCxnSpPr>
          <p:nvPr/>
        </p:nvCxnSpPr>
        <p:spPr>
          <a:xfrm rot="5400000" flipV="1">
            <a:off x="2444115" y="3082290"/>
            <a:ext cx="1087120" cy="76200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曲线连接符 16"/>
          <p:cNvCxnSpPr>
            <a:stCxn id="9" idx="2"/>
          </p:cNvCxnSpPr>
          <p:nvPr/>
        </p:nvCxnSpPr>
        <p:spPr>
          <a:xfrm rot="5400000" flipV="1">
            <a:off x="4952365" y="3232150"/>
            <a:ext cx="469265" cy="666750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曲线连接符 17"/>
          <p:cNvCxnSpPr>
            <a:endCxn id="11" idx="2"/>
          </p:cNvCxnSpPr>
          <p:nvPr/>
        </p:nvCxnSpPr>
        <p:spPr>
          <a:xfrm flipV="1">
            <a:off x="6732270" y="2970530"/>
            <a:ext cx="754380" cy="469265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曲线连接符 19"/>
          <p:cNvCxnSpPr>
            <a:stCxn id="4" idx="3"/>
            <a:endCxn id="9" idx="1"/>
          </p:cNvCxnSpPr>
          <p:nvPr/>
        </p:nvCxnSpPr>
        <p:spPr>
          <a:xfrm flipV="1">
            <a:off x="1561465" y="2948305"/>
            <a:ext cx="2579370" cy="62992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endCxn id="7" idx="1"/>
          </p:cNvCxnSpPr>
          <p:nvPr/>
        </p:nvCxnSpPr>
        <p:spPr>
          <a:xfrm>
            <a:off x="1691640" y="3578225"/>
            <a:ext cx="528955" cy="4305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32000" y="2374000"/>
            <a:ext cx="7080000" cy="2110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默认设计模板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20000"/>
            <a:lumOff val="80000"/>
          </a:schemeClr>
        </a:solidFill>
        <a:ln>
          <a:noFill/>
        </a:ln>
      </a:spPr>
      <a:bodyPr rtlCol="0" anchor="ctr"/>
      <a:lstStyle>
        <a:defPPr algn="ctr" defTabSz="914400">
          <a:defRPr kumimoji="1" lang="zh-CN" altLang="en-US" sz="800" kern="0" dirty="0">
            <a:solidFill>
              <a:schemeClr val="tx1"/>
            </a:solidFill>
            <a:effectLst>
              <a:outerShdw blurRad="63500" sx="102000" sy="102000" algn="ctr" rotWithShape="0">
                <a:prstClr val="black">
                  <a:alpha val="20000"/>
                </a:prstClr>
              </a:outerShdw>
            </a:effectLst>
            <a:latin typeface="微软雅黑" panose="020B0503020204020204" charset="-122"/>
            <a:ea typeface="微软雅黑" panose="020B0503020204020204" charset="-122"/>
          </a:defRPr>
        </a:defPPr>
      </a:lstStyle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spDef>
  </a:objectDefaul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1564</Words>
  <Application>WPS 演示</Application>
  <PresentationFormat/>
  <Paragraphs>290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方正黑体简体</vt:lpstr>
      <vt:lpstr>Arial Unicode MS</vt:lpstr>
      <vt:lpstr>Calibri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chaoJ</cp:lastModifiedBy>
  <cp:revision>24</cp:revision>
  <dcterms:created xsi:type="dcterms:W3CDTF">2026-02-27T06:17:00Z</dcterms:created>
  <dcterms:modified xsi:type="dcterms:W3CDTF">2026-03-25T02:17:14Z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2052-11.8.2.12309</vt:lpwstr>
  </property>
  <property fmtid="{D5CDD505-2E9C-101B-9397-08002B2CF9AE}" pid="3" name="ICV">
    <vt:lpwstr>DB53A636261E423B2835A1694A046133_43</vt:lpwstr>
  </property>
</Properties>
</file>